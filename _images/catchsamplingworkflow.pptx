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16" r:id="rId1"/>
  </p:sldMasterIdLst>
  <p:sldIdLst>
    <p:sldId id="256" r:id="rId2"/>
  </p:sldIdLst>
  <p:sldSz cx="5759450" cy="89995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37" userDrawn="1">
          <p15:clr>
            <a:srgbClr val="A4A3A4"/>
          </p15:clr>
        </p15:guide>
        <p15:guide id="2" pos="181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984" autoAdjust="0"/>
    <p:restoredTop sz="94660"/>
  </p:normalViewPr>
  <p:slideViewPr>
    <p:cSldViewPr snapToGrid="0" showGuides="1">
      <p:cViewPr varScale="1">
        <p:scale>
          <a:sx n="86" d="100"/>
          <a:sy n="86" d="100"/>
        </p:scale>
        <p:origin x="3492" y="84"/>
      </p:cViewPr>
      <p:guideLst>
        <p:guide orient="horz" pos="2837"/>
        <p:guide pos="181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31959" y="1472842"/>
            <a:ext cx="4895533" cy="3133172"/>
          </a:xfrm>
        </p:spPr>
        <p:txBody>
          <a:bodyPr anchor="b"/>
          <a:lstStyle>
            <a:lvl1pPr algn="ctr">
              <a:defRPr sz="377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19931" y="4726842"/>
            <a:ext cx="4319588" cy="2172804"/>
          </a:xfrm>
        </p:spPr>
        <p:txBody>
          <a:bodyPr/>
          <a:lstStyle>
            <a:lvl1pPr marL="0" indent="0" algn="ctr">
              <a:buNone/>
              <a:defRPr sz="1512"/>
            </a:lvl1pPr>
            <a:lvl2pPr marL="287990" indent="0" algn="ctr">
              <a:buNone/>
              <a:defRPr sz="1260"/>
            </a:lvl2pPr>
            <a:lvl3pPr marL="575981" indent="0" algn="ctr">
              <a:buNone/>
              <a:defRPr sz="1134"/>
            </a:lvl3pPr>
            <a:lvl4pPr marL="863971" indent="0" algn="ctr">
              <a:buNone/>
              <a:defRPr sz="1008"/>
            </a:lvl4pPr>
            <a:lvl5pPr marL="1151961" indent="0" algn="ctr">
              <a:buNone/>
              <a:defRPr sz="1008"/>
            </a:lvl5pPr>
            <a:lvl6pPr marL="1439951" indent="0" algn="ctr">
              <a:buNone/>
              <a:defRPr sz="1008"/>
            </a:lvl6pPr>
            <a:lvl7pPr marL="1727942" indent="0" algn="ctr">
              <a:buNone/>
              <a:defRPr sz="1008"/>
            </a:lvl7pPr>
            <a:lvl8pPr marL="2015932" indent="0" algn="ctr">
              <a:buNone/>
              <a:defRPr sz="1008"/>
            </a:lvl8pPr>
            <a:lvl9pPr marL="2303922" indent="0" algn="ctr">
              <a:buNone/>
              <a:defRPr sz="1008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54015-A75A-4F9C-8FD1-6C02F3E98E5C}" type="datetimeFigureOut">
              <a:rPr lang="el-GR" smtClean="0"/>
              <a:t>18/4/2022</a:t>
            </a:fld>
            <a:endParaRPr lang="el-G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E7590-B40F-4748-B751-EBB86AFFAEC2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3767316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54015-A75A-4F9C-8FD1-6C02F3E98E5C}" type="datetimeFigureOut">
              <a:rPr lang="el-GR" smtClean="0"/>
              <a:t>18/4/2022</a:t>
            </a:fld>
            <a:endParaRPr lang="el-G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E7590-B40F-4748-B751-EBB86AFFAEC2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6284443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963" y="2243638"/>
            <a:ext cx="4967526" cy="3743557"/>
          </a:xfrm>
        </p:spPr>
        <p:txBody>
          <a:bodyPr anchor="b"/>
          <a:lstStyle>
            <a:lvl1pPr>
              <a:defRPr sz="377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963" y="6022610"/>
            <a:ext cx="4967526" cy="1968648"/>
          </a:xfrm>
        </p:spPr>
        <p:txBody>
          <a:bodyPr/>
          <a:lstStyle>
            <a:lvl1pPr marL="0" indent="0">
              <a:buNone/>
              <a:defRPr sz="1512">
                <a:solidFill>
                  <a:schemeClr val="tx1"/>
                </a:solidFill>
              </a:defRPr>
            </a:lvl1pPr>
            <a:lvl2pPr marL="287990" indent="0">
              <a:buNone/>
              <a:defRPr sz="1260">
                <a:solidFill>
                  <a:schemeClr val="tx1">
                    <a:tint val="75000"/>
                  </a:schemeClr>
                </a:solidFill>
              </a:defRPr>
            </a:lvl2pPr>
            <a:lvl3pPr marL="575981" indent="0">
              <a:buNone/>
              <a:defRPr sz="1134">
                <a:solidFill>
                  <a:schemeClr val="tx1">
                    <a:tint val="75000"/>
                  </a:schemeClr>
                </a:solidFill>
              </a:defRPr>
            </a:lvl3pPr>
            <a:lvl4pPr marL="863971" indent="0">
              <a:buNone/>
              <a:defRPr sz="1008">
                <a:solidFill>
                  <a:schemeClr val="tx1">
                    <a:tint val="75000"/>
                  </a:schemeClr>
                </a:solidFill>
              </a:defRPr>
            </a:lvl4pPr>
            <a:lvl5pPr marL="1151961" indent="0">
              <a:buNone/>
              <a:defRPr sz="1008">
                <a:solidFill>
                  <a:schemeClr val="tx1">
                    <a:tint val="75000"/>
                  </a:schemeClr>
                </a:solidFill>
              </a:defRPr>
            </a:lvl5pPr>
            <a:lvl6pPr marL="1439951" indent="0">
              <a:buNone/>
              <a:defRPr sz="1008">
                <a:solidFill>
                  <a:schemeClr val="tx1">
                    <a:tint val="75000"/>
                  </a:schemeClr>
                </a:solidFill>
              </a:defRPr>
            </a:lvl6pPr>
            <a:lvl7pPr marL="1727942" indent="0">
              <a:buNone/>
              <a:defRPr sz="1008">
                <a:solidFill>
                  <a:schemeClr val="tx1">
                    <a:tint val="75000"/>
                  </a:schemeClr>
                </a:solidFill>
              </a:defRPr>
            </a:lvl7pPr>
            <a:lvl8pPr marL="2015932" indent="0">
              <a:buNone/>
              <a:defRPr sz="1008">
                <a:solidFill>
                  <a:schemeClr val="tx1">
                    <a:tint val="75000"/>
                  </a:schemeClr>
                </a:solidFill>
              </a:defRPr>
            </a:lvl8pPr>
            <a:lvl9pPr marL="2303922" indent="0">
              <a:buNone/>
              <a:defRPr sz="1008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54015-A75A-4F9C-8FD1-6C02F3E98E5C}" type="datetimeFigureOut">
              <a:rPr lang="el-GR" smtClean="0"/>
              <a:t>18/4/2022</a:t>
            </a:fld>
            <a:endParaRPr lang="el-G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E7590-B40F-4748-B751-EBB86AFFAEC2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30307511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95962" y="2395710"/>
            <a:ext cx="2447766" cy="57101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915722" y="2395710"/>
            <a:ext cx="2447766" cy="57101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54015-A75A-4F9C-8FD1-6C02F3E98E5C}" type="datetimeFigureOut">
              <a:rPr lang="el-GR" smtClean="0"/>
              <a:t>18/4/2022</a:t>
            </a:fld>
            <a:endParaRPr lang="el-G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E7590-B40F-4748-B751-EBB86AFFAEC2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0537549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6712" y="479144"/>
            <a:ext cx="4967526" cy="173949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6713" y="2206137"/>
            <a:ext cx="2436517" cy="1081194"/>
          </a:xfrm>
        </p:spPr>
        <p:txBody>
          <a:bodyPr anchor="b"/>
          <a:lstStyle>
            <a:lvl1pPr marL="0" indent="0">
              <a:buNone/>
              <a:defRPr sz="1512" b="1"/>
            </a:lvl1pPr>
            <a:lvl2pPr marL="287990" indent="0">
              <a:buNone/>
              <a:defRPr sz="1260" b="1"/>
            </a:lvl2pPr>
            <a:lvl3pPr marL="575981" indent="0">
              <a:buNone/>
              <a:defRPr sz="1134" b="1"/>
            </a:lvl3pPr>
            <a:lvl4pPr marL="863971" indent="0">
              <a:buNone/>
              <a:defRPr sz="1008" b="1"/>
            </a:lvl4pPr>
            <a:lvl5pPr marL="1151961" indent="0">
              <a:buNone/>
              <a:defRPr sz="1008" b="1"/>
            </a:lvl5pPr>
            <a:lvl6pPr marL="1439951" indent="0">
              <a:buNone/>
              <a:defRPr sz="1008" b="1"/>
            </a:lvl6pPr>
            <a:lvl7pPr marL="1727942" indent="0">
              <a:buNone/>
              <a:defRPr sz="1008" b="1"/>
            </a:lvl7pPr>
            <a:lvl8pPr marL="2015932" indent="0">
              <a:buNone/>
              <a:defRPr sz="1008" b="1"/>
            </a:lvl8pPr>
            <a:lvl9pPr marL="2303922" indent="0">
              <a:buNone/>
              <a:defRPr sz="100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6713" y="3287331"/>
            <a:ext cx="2436517" cy="483516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5722" y="2206137"/>
            <a:ext cx="2448516" cy="1081194"/>
          </a:xfrm>
        </p:spPr>
        <p:txBody>
          <a:bodyPr anchor="b"/>
          <a:lstStyle>
            <a:lvl1pPr marL="0" indent="0">
              <a:buNone/>
              <a:defRPr sz="1512" b="1"/>
            </a:lvl1pPr>
            <a:lvl2pPr marL="287990" indent="0">
              <a:buNone/>
              <a:defRPr sz="1260" b="1"/>
            </a:lvl2pPr>
            <a:lvl3pPr marL="575981" indent="0">
              <a:buNone/>
              <a:defRPr sz="1134" b="1"/>
            </a:lvl3pPr>
            <a:lvl4pPr marL="863971" indent="0">
              <a:buNone/>
              <a:defRPr sz="1008" b="1"/>
            </a:lvl4pPr>
            <a:lvl5pPr marL="1151961" indent="0">
              <a:buNone/>
              <a:defRPr sz="1008" b="1"/>
            </a:lvl5pPr>
            <a:lvl6pPr marL="1439951" indent="0">
              <a:buNone/>
              <a:defRPr sz="1008" b="1"/>
            </a:lvl6pPr>
            <a:lvl7pPr marL="1727942" indent="0">
              <a:buNone/>
              <a:defRPr sz="1008" b="1"/>
            </a:lvl7pPr>
            <a:lvl8pPr marL="2015932" indent="0">
              <a:buNone/>
              <a:defRPr sz="1008" b="1"/>
            </a:lvl8pPr>
            <a:lvl9pPr marL="2303922" indent="0">
              <a:buNone/>
              <a:defRPr sz="100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915722" y="3287331"/>
            <a:ext cx="2448516" cy="483516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54015-A75A-4F9C-8FD1-6C02F3E98E5C}" type="datetimeFigureOut">
              <a:rPr lang="el-GR" smtClean="0"/>
              <a:t>18/4/2022</a:t>
            </a:fld>
            <a:endParaRPr lang="el-G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E7590-B40F-4748-B751-EBB86AFFAEC2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4905918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54015-A75A-4F9C-8FD1-6C02F3E98E5C}" type="datetimeFigureOut">
              <a:rPr lang="el-GR" smtClean="0"/>
              <a:t>18/4/2022</a:t>
            </a:fld>
            <a:endParaRPr lang="el-G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E7590-B40F-4748-B751-EBB86AFFAEC2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41877406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54015-A75A-4F9C-8FD1-6C02F3E98E5C}" type="datetimeFigureOut">
              <a:rPr lang="el-GR" smtClean="0"/>
              <a:t>18/4/2022</a:t>
            </a:fld>
            <a:endParaRPr lang="el-G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E7590-B40F-4748-B751-EBB86AFFAEC2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4574628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6712" y="599969"/>
            <a:ext cx="1857573" cy="2099892"/>
          </a:xfrm>
        </p:spPr>
        <p:txBody>
          <a:bodyPr anchor="b"/>
          <a:lstStyle>
            <a:lvl1pPr>
              <a:defRPr sz="201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48516" y="1295769"/>
            <a:ext cx="2915722" cy="6395505"/>
          </a:xfrm>
        </p:spPr>
        <p:txBody>
          <a:bodyPr/>
          <a:lstStyle>
            <a:lvl1pPr>
              <a:defRPr sz="2016"/>
            </a:lvl1pPr>
            <a:lvl2pPr>
              <a:defRPr sz="1764"/>
            </a:lvl2pPr>
            <a:lvl3pPr>
              <a:defRPr sz="1512"/>
            </a:lvl3pPr>
            <a:lvl4pPr>
              <a:defRPr sz="1260"/>
            </a:lvl4pPr>
            <a:lvl5pPr>
              <a:defRPr sz="1260"/>
            </a:lvl5pPr>
            <a:lvl6pPr>
              <a:defRPr sz="1260"/>
            </a:lvl6pPr>
            <a:lvl7pPr>
              <a:defRPr sz="1260"/>
            </a:lvl7pPr>
            <a:lvl8pPr>
              <a:defRPr sz="1260"/>
            </a:lvl8pPr>
            <a:lvl9pPr>
              <a:defRPr sz="12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96712" y="2699862"/>
            <a:ext cx="1857573" cy="5001827"/>
          </a:xfrm>
        </p:spPr>
        <p:txBody>
          <a:bodyPr/>
          <a:lstStyle>
            <a:lvl1pPr marL="0" indent="0">
              <a:buNone/>
              <a:defRPr sz="1008"/>
            </a:lvl1pPr>
            <a:lvl2pPr marL="287990" indent="0">
              <a:buNone/>
              <a:defRPr sz="882"/>
            </a:lvl2pPr>
            <a:lvl3pPr marL="575981" indent="0">
              <a:buNone/>
              <a:defRPr sz="756"/>
            </a:lvl3pPr>
            <a:lvl4pPr marL="863971" indent="0">
              <a:buNone/>
              <a:defRPr sz="630"/>
            </a:lvl4pPr>
            <a:lvl5pPr marL="1151961" indent="0">
              <a:buNone/>
              <a:defRPr sz="630"/>
            </a:lvl5pPr>
            <a:lvl6pPr marL="1439951" indent="0">
              <a:buNone/>
              <a:defRPr sz="630"/>
            </a:lvl6pPr>
            <a:lvl7pPr marL="1727942" indent="0">
              <a:buNone/>
              <a:defRPr sz="630"/>
            </a:lvl7pPr>
            <a:lvl8pPr marL="2015932" indent="0">
              <a:buNone/>
              <a:defRPr sz="630"/>
            </a:lvl8pPr>
            <a:lvl9pPr marL="2303922" indent="0">
              <a:buNone/>
              <a:defRPr sz="63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54015-A75A-4F9C-8FD1-6C02F3E98E5C}" type="datetimeFigureOut">
              <a:rPr lang="el-GR" smtClean="0"/>
              <a:t>18/4/2022</a:t>
            </a:fld>
            <a:endParaRPr lang="el-G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E7590-B40F-4748-B751-EBB86AFFAEC2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82084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6712" y="599969"/>
            <a:ext cx="1857573" cy="2099892"/>
          </a:xfrm>
        </p:spPr>
        <p:txBody>
          <a:bodyPr anchor="b"/>
          <a:lstStyle>
            <a:lvl1pPr>
              <a:defRPr sz="201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448516" y="1295769"/>
            <a:ext cx="2915722" cy="6395505"/>
          </a:xfrm>
        </p:spPr>
        <p:txBody>
          <a:bodyPr anchor="t"/>
          <a:lstStyle>
            <a:lvl1pPr marL="0" indent="0">
              <a:buNone/>
              <a:defRPr sz="2016"/>
            </a:lvl1pPr>
            <a:lvl2pPr marL="287990" indent="0">
              <a:buNone/>
              <a:defRPr sz="1764"/>
            </a:lvl2pPr>
            <a:lvl3pPr marL="575981" indent="0">
              <a:buNone/>
              <a:defRPr sz="1512"/>
            </a:lvl3pPr>
            <a:lvl4pPr marL="863971" indent="0">
              <a:buNone/>
              <a:defRPr sz="1260"/>
            </a:lvl4pPr>
            <a:lvl5pPr marL="1151961" indent="0">
              <a:buNone/>
              <a:defRPr sz="1260"/>
            </a:lvl5pPr>
            <a:lvl6pPr marL="1439951" indent="0">
              <a:buNone/>
              <a:defRPr sz="1260"/>
            </a:lvl6pPr>
            <a:lvl7pPr marL="1727942" indent="0">
              <a:buNone/>
              <a:defRPr sz="1260"/>
            </a:lvl7pPr>
            <a:lvl8pPr marL="2015932" indent="0">
              <a:buNone/>
              <a:defRPr sz="1260"/>
            </a:lvl8pPr>
            <a:lvl9pPr marL="2303922" indent="0">
              <a:buNone/>
              <a:defRPr sz="126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96712" y="2699862"/>
            <a:ext cx="1857573" cy="5001827"/>
          </a:xfrm>
        </p:spPr>
        <p:txBody>
          <a:bodyPr/>
          <a:lstStyle>
            <a:lvl1pPr marL="0" indent="0">
              <a:buNone/>
              <a:defRPr sz="1008"/>
            </a:lvl1pPr>
            <a:lvl2pPr marL="287990" indent="0">
              <a:buNone/>
              <a:defRPr sz="882"/>
            </a:lvl2pPr>
            <a:lvl3pPr marL="575981" indent="0">
              <a:buNone/>
              <a:defRPr sz="756"/>
            </a:lvl3pPr>
            <a:lvl4pPr marL="863971" indent="0">
              <a:buNone/>
              <a:defRPr sz="630"/>
            </a:lvl4pPr>
            <a:lvl5pPr marL="1151961" indent="0">
              <a:buNone/>
              <a:defRPr sz="630"/>
            </a:lvl5pPr>
            <a:lvl6pPr marL="1439951" indent="0">
              <a:buNone/>
              <a:defRPr sz="630"/>
            </a:lvl6pPr>
            <a:lvl7pPr marL="1727942" indent="0">
              <a:buNone/>
              <a:defRPr sz="630"/>
            </a:lvl7pPr>
            <a:lvl8pPr marL="2015932" indent="0">
              <a:buNone/>
              <a:defRPr sz="630"/>
            </a:lvl8pPr>
            <a:lvl9pPr marL="2303922" indent="0">
              <a:buNone/>
              <a:defRPr sz="63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54015-A75A-4F9C-8FD1-6C02F3E98E5C}" type="datetimeFigureOut">
              <a:rPr lang="el-GR" smtClean="0"/>
              <a:t>18/4/2022</a:t>
            </a:fld>
            <a:endParaRPr lang="el-G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E7590-B40F-4748-B751-EBB86AFFAEC2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9240659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54015-A75A-4F9C-8FD1-6C02F3E98E5C}" type="datetimeFigureOut">
              <a:rPr lang="el-GR" smtClean="0"/>
              <a:t>18/4/2022</a:t>
            </a:fld>
            <a:endParaRPr lang="el-G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E7590-B40F-4748-B751-EBB86AFFAEC2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16504689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121607" y="479142"/>
            <a:ext cx="1241881" cy="762669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95963" y="479142"/>
            <a:ext cx="3653651" cy="762669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54015-A75A-4F9C-8FD1-6C02F3E98E5C}" type="datetimeFigureOut">
              <a:rPr lang="el-GR" smtClean="0"/>
              <a:t>18/4/2022</a:t>
            </a:fld>
            <a:endParaRPr lang="el-G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E7590-B40F-4748-B751-EBB86AFFAEC2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3163250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95962" y="479144"/>
            <a:ext cx="4967526" cy="17394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5962" y="2395710"/>
            <a:ext cx="4967526" cy="57101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95962" y="8341240"/>
            <a:ext cx="1295876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954015-A75A-4F9C-8FD1-6C02F3E98E5C}" type="datetimeFigureOut">
              <a:rPr lang="el-GR" smtClean="0"/>
              <a:t>18/4/2022</a:t>
            </a:fld>
            <a:endParaRPr lang="el-G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907818" y="8341240"/>
            <a:ext cx="1943814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l-G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067612" y="8341240"/>
            <a:ext cx="1295876" cy="4791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6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DE7590-B40F-4748-B751-EBB86AFFAEC2}" type="slidenum">
              <a:rPr lang="el-GR" smtClean="0"/>
              <a:t>‹#›</a:t>
            </a:fld>
            <a:endParaRPr lang="el-GR"/>
          </a:p>
        </p:txBody>
      </p:sp>
    </p:spTree>
    <p:extLst>
      <p:ext uri="{BB962C8B-B14F-4D97-AF65-F5344CB8AC3E}">
        <p14:creationId xmlns:p14="http://schemas.microsoft.com/office/powerpoint/2010/main" val="23725850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7" r:id="rId1"/>
    <p:sldLayoutId id="2147483818" r:id="rId2"/>
    <p:sldLayoutId id="2147483819" r:id="rId3"/>
    <p:sldLayoutId id="2147483820" r:id="rId4"/>
    <p:sldLayoutId id="2147483821" r:id="rId5"/>
    <p:sldLayoutId id="2147483822" r:id="rId6"/>
    <p:sldLayoutId id="2147483823" r:id="rId7"/>
    <p:sldLayoutId id="2147483824" r:id="rId8"/>
    <p:sldLayoutId id="2147483825" r:id="rId9"/>
    <p:sldLayoutId id="2147483826" r:id="rId10"/>
    <p:sldLayoutId id="2147483827" r:id="rId11"/>
  </p:sldLayoutIdLst>
  <p:txStyles>
    <p:titleStyle>
      <a:lvl1pPr algn="l" defTabSz="575981" rtl="0" eaLnBrk="1" latinLnBrk="0" hangingPunct="1">
        <a:lnSpc>
          <a:spcPct val="90000"/>
        </a:lnSpc>
        <a:spcBef>
          <a:spcPct val="0"/>
        </a:spcBef>
        <a:buNone/>
        <a:defRPr sz="277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43995" indent="-143995" algn="l" defTabSz="575981" rtl="0" eaLnBrk="1" latinLnBrk="0" hangingPunct="1">
        <a:lnSpc>
          <a:spcPct val="90000"/>
        </a:lnSpc>
        <a:spcBef>
          <a:spcPts val="630"/>
        </a:spcBef>
        <a:buFont typeface="Arial" panose="020B0604020202020204" pitchFamily="34" charset="0"/>
        <a:buChar char="•"/>
        <a:defRPr sz="1764" kern="1200">
          <a:solidFill>
            <a:schemeClr val="tx1"/>
          </a:solidFill>
          <a:latin typeface="+mn-lt"/>
          <a:ea typeface="+mn-ea"/>
          <a:cs typeface="+mn-cs"/>
        </a:defRPr>
      </a:lvl1pPr>
      <a:lvl2pPr marL="431985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512" kern="1200">
          <a:solidFill>
            <a:schemeClr val="tx1"/>
          </a:solidFill>
          <a:latin typeface="+mn-lt"/>
          <a:ea typeface="+mn-ea"/>
          <a:cs typeface="+mn-cs"/>
        </a:defRPr>
      </a:lvl2pPr>
      <a:lvl3pPr marL="719976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260" kern="1200">
          <a:solidFill>
            <a:schemeClr val="tx1"/>
          </a:solidFill>
          <a:latin typeface="+mn-lt"/>
          <a:ea typeface="+mn-ea"/>
          <a:cs typeface="+mn-cs"/>
        </a:defRPr>
      </a:lvl3pPr>
      <a:lvl4pPr marL="1007966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4pPr>
      <a:lvl5pPr marL="1295956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5pPr>
      <a:lvl6pPr marL="1583947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6pPr>
      <a:lvl7pPr marL="1871937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7pPr>
      <a:lvl8pPr marL="2159927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8pPr>
      <a:lvl9pPr marL="2447917" indent="-143995" algn="l" defTabSz="575981" rtl="0" eaLnBrk="1" latinLnBrk="0" hangingPunct="1">
        <a:lnSpc>
          <a:spcPct val="90000"/>
        </a:lnSpc>
        <a:spcBef>
          <a:spcPts val="315"/>
        </a:spcBef>
        <a:buFont typeface="Arial" panose="020B0604020202020204" pitchFamily="34" charset="0"/>
        <a:buChar char="•"/>
        <a:defRPr sz="113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1pPr>
      <a:lvl2pPr marL="287990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2pPr>
      <a:lvl3pPr marL="575981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3pPr>
      <a:lvl4pPr marL="863971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4pPr>
      <a:lvl5pPr marL="1151961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5pPr>
      <a:lvl6pPr marL="1439951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6pPr>
      <a:lvl7pPr marL="1727942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7pPr>
      <a:lvl8pPr marL="2015932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8pPr>
      <a:lvl9pPr marL="2303922" algn="l" defTabSz="575981" rtl="0" eaLnBrk="1" latinLnBrk="0" hangingPunct="1">
        <a:defRPr sz="113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Text Box 11">
            <a:extLst>
              <a:ext uri="{FF2B5EF4-FFF2-40B4-BE49-F238E27FC236}">
                <a16:creationId xmlns:a16="http://schemas.microsoft.com/office/drawing/2014/main" id="{3241D3D7-BA40-4EEF-B6F9-B3B9F754CDC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5006" y="2285911"/>
            <a:ext cx="2360209" cy="356258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58297" tIns="29149" rIns="58297" bIns="29149" numCol="1" anchor="t" anchorCtr="0" compatLnSpc="1">
            <a:prstTxWarp prst="textNoShape">
              <a:avLst/>
            </a:prstTxWarp>
          </a:bodyPr>
          <a:lstStyle/>
          <a:p>
            <a:pPr algn="ctr" defTabSz="582962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l-GR" sz="102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Sort sample according to species</a:t>
            </a:r>
            <a:endParaRPr lang="en-US" altLang="el-GR" sz="382"/>
          </a:p>
          <a:p>
            <a:pPr algn="ctr" defTabSz="582962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l-GR" sz="766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Record total weight &amp; total number per species</a:t>
            </a:r>
            <a:endParaRPr lang="en-US" altLang="el-GR" sz="1149">
              <a:latin typeface="Arial" panose="020B0604020202020204" pitchFamily="34" charset="0"/>
            </a:endParaRPr>
          </a:p>
        </p:txBody>
      </p:sp>
      <p:sp>
        <p:nvSpPr>
          <p:cNvPr id="35" name="Text Box 1858232838">
            <a:extLst>
              <a:ext uri="{FF2B5EF4-FFF2-40B4-BE49-F238E27FC236}">
                <a16:creationId xmlns:a16="http://schemas.microsoft.com/office/drawing/2014/main" id="{192A343A-9F51-49F4-AAF9-F704CF13522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04381" y="4394736"/>
            <a:ext cx="1210468" cy="514145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58297" tIns="29149" rIns="58297" bIns="29149" numCol="1" anchor="t" anchorCtr="0" compatLnSpc="1">
            <a:prstTxWarp prst="textNoShape">
              <a:avLst/>
            </a:prstTxWarp>
          </a:bodyPr>
          <a:lstStyle/>
          <a:p>
            <a:pPr algn="ctr" defTabSz="582962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l-GR" sz="102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Rare/unknown species</a:t>
            </a:r>
            <a:endParaRPr lang="en-US" altLang="el-GR" sz="382"/>
          </a:p>
          <a:p>
            <a:pPr algn="ctr" defTabSz="582962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l-GR" sz="766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Photograph/freeze</a:t>
            </a:r>
            <a:endParaRPr lang="en-US" altLang="el-GR" sz="1149">
              <a:latin typeface="Arial" panose="020B0604020202020204" pitchFamily="34" charset="0"/>
            </a:endParaRPr>
          </a:p>
        </p:txBody>
      </p:sp>
      <p:sp>
        <p:nvSpPr>
          <p:cNvPr id="36" name="Arrow: Down 35">
            <a:extLst>
              <a:ext uri="{FF2B5EF4-FFF2-40B4-BE49-F238E27FC236}">
                <a16:creationId xmlns:a16="http://schemas.microsoft.com/office/drawing/2014/main" id="{0714E55C-B2D2-4020-87E8-C806D2A32130}"/>
              </a:ext>
            </a:extLst>
          </p:cNvPr>
          <p:cNvSpPr/>
          <p:nvPr/>
        </p:nvSpPr>
        <p:spPr>
          <a:xfrm>
            <a:off x="2932805" y="2759528"/>
            <a:ext cx="145742" cy="152624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58297" tIns="29149" rIns="58297" bIns="2914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l-GR" sz="1149"/>
          </a:p>
        </p:txBody>
      </p:sp>
      <p:sp>
        <p:nvSpPr>
          <p:cNvPr id="37" name="Text Box 2">
            <a:extLst>
              <a:ext uri="{FF2B5EF4-FFF2-40B4-BE49-F238E27FC236}">
                <a16:creationId xmlns:a16="http://schemas.microsoft.com/office/drawing/2014/main" id="{09C9F389-6DB4-4CDE-B94F-5CB1716AE9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1356" y="1302724"/>
            <a:ext cx="3578775" cy="368403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58297" tIns="29149" rIns="58297" bIns="29149" numCol="1" anchor="t" anchorCtr="0" compatLnSpc="1">
            <a:prstTxWarp prst="textNoShape">
              <a:avLst/>
            </a:prstTxWarp>
          </a:bodyPr>
          <a:lstStyle/>
          <a:p>
            <a:pPr algn="ctr" defTabSz="582962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l-GR" sz="102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Trawl catch</a:t>
            </a:r>
            <a:endParaRPr lang="en-US" altLang="el-GR" sz="382"/>
          </a:p>
          <a:p>
            <a:pPr algn="ctr" defTabSz="582962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l-GR" sz="766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Record total catch weight. Take total catch or subsample</a:t>
            </a:r>
            <a:endParaRPr lang="en-US" altLang="el-GR" sz="1149">
              <a:latin typeface="Arial" panose="020B0604020202020204" pitchFamily="34" charset="0"/>
            </a:endParaRPr>
          </a:p>
        </p:txBody>
      </p:sp>
      <p:sp>
        <p:nvSpPr>
          <p:cNvPr id="38" name="Arrow: Down 37">
            <a:extLst>
              <a:ext uri="{FF2B5EF4-FFF2-40B4-BE49-F238E27FC236}">
                <a16:creationId xmlns:a16="http://schemas.microsoft.com/office/drawing/2014/main" id="{2F335209-5596-4951-A288-4C665348E47F}"/>
              </a:ext>
            </a:extLst>
          </p:cNvPr>
          <p:cNvSpPr/>
          <p:nvPr/>
        </p:nvSpPr>
        <p:spPr>
          <a:xfrm>
            <a:off x="1629220" y="1801015"/>
            <a:ext cx="145742" cy="344113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58297" tIns="29149" rIns="58297" bIns="2914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l-GR" sz="1149"/>
          </a:p>
        </p:txBody>
      </p:sp>
      <p:sp>
        <p:nvSpPr>
          <p:cNvPr id="40" name="Text Box 42">
            <a:extLst>
              <a:ext uri="{FF2B5EF4-FFF2-40B4-BE49-F238E27FC236}">
                <a16:creationId xmlns:a16="http://schemas.microsoft.com/office/drawing/2014/main" id="{A0D3FFAB-EF0E-46DB-847D-27BE097E541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1363" y="3227687"/>
            <a:ext cx="1263097" cy="554628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58297" tIns="29149" rIns="58297" bIns="29149" numCol="1" anchor="t" anchorCtr="0" compatLnSpc="1">
            <a:prstTxWarp prst="textNoShape">
              <a:avLst/>
            </a:prstTxWarp>
          </a:bodyPr>
          <a:lstStyle/>
          <a:p>
            <a:pPr algn="ctr" defTabSz="582962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l-GR" sz="102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Priority species</a:t>
            </a:r>
            <a:endParaRPr lang="en-US" altLang="el-GR" sz="382"/>
          </a:p>
          <a:p>
            <a:pPr algn="ctr" defTabSz="582962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l-GR" sz="766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Length/weight 100 ind</a:t>
            </a:r>
            <a:endParaRPr lang="en-US" altLang="el-GR" sz="382"/>
          </a:p>
          <a:p>
            <a:pPr algn="ctr" defTabSz="582962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l-GR" sz="766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Sex/maturity 30 ind (see list for biological)</a:t>
            </a:r>
            <a:endParaRPr lang="en-US" altLang="el-GR" sz="1149">
              <a:latin typeface="Arial" panose="020B0604020202020204" pitchFamily="34" charset="0"/>
            </a:endParaRPr>
          </a:p>
        </p:txBody>
      </p:sp>
      <p:sp>
        <p:nvSpPr>
          <p:cNvPr id="41" name="Arrow: Down 40">
            <a:extLst>
              <a:ext uri="{FF2B5EF4-FFF2-40B4-BE49-F238E27FC236}">
                <a16:creationId xmlns:a16="http://schemas.microsoft.com/office/drawing/2014/main" id="{6FEF930A-635B-4A30-810E-2CE9AC957977}"/>
              </a:ext>
            </a:extLst>
          </p:cNvPr>
          <p:cNvSpPr/>
          <p:nvPr/>
        </p:nvSpPr>
        <p:spPr>
          <a:xfrm>
            <a:off x="2273017" y="2785688"/>
            <a:ext cx="145740" cy="115630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58297" tIns="29149" rIns="58297" bIns="2914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l-GR" sz="1149"/>
          </a:p>
        </p:txBody>
      </p:sp>
      <p:sp>
        <p:nvSpPr>
          <p:cNvPr id="42" name="Text Box 1858232833">
            <a:extLst>
              <a:ext uri="{FF2B5EF4-FFF2-40B4-BE49-F238E27FC236}">
                <a16:creationId xmlns:a16="http://schemas.microsoft.com/office/drawing/2014/main" id="{0BC7E624-731E-46EA-9B8F-DB7390D672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91470" y="4087056"/>
            <a:ext cx="789436" cy="821824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58297" tIns="29149" rIns="58297" bIns="29149" numCol="1" anchor="t" anchorCtr="0" compatLnSpc="1">
            <a:prstTxWarp prst="textNoShape">
              <a:avLst/>
            </a:prstTxWarp>
          </a:bodyPr>
          <a:lstStyle/>
          <a:p>
            <a:pPr algn="ctr" defTabSz="582962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l-GR" sz="1021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All non-priority species</a:t>
            </a:r>
            <a:endParaRPr lang="en-US" altLang="el-GR" sz="382" dirty="0"/>
          </a:p>
          <a:p>
            <a:pPr algn="ctr" defTabSz="582962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l-GR" sz="766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Length/weight 30 </a:t>
            </a:r>
            <a:r>
              <a:rPr lang="en-US" altLang="el-GR" sz="766" dirty="0" err="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ind</a:t>
            </a:r>
            <a:endParaRPr lang="en-US" altLang="el-GR" sz="382" dirty="0"/>
          </a:p>
          <a:p>
            <a:pPr defTabSz="582962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l-GR" sz="1149" dirty="0">
              <a:latin typeface="Arial" panose="020B0604020202020204" pitchFamily="34" charset="0"/>
            </a:endParaRPr>
          </a:p>
        </p:txBody>
      </p:sp>
      <p:sp>
        <p:nvSpPr>
          <p:cNvPr id="43" name="Arrow: Down 42">
            <a:extLst>
              <a:ext uri="{FF2B5EF4-FFF2-40B4-BE49-F238E27FC236}">
                <a16:creationId xmlns:a16="http://schemas.microsoft.com/office/drawing/2014/main" id="{59035003-3E6E-44D3-97F4-C9C07F07B655}"/>
              </a:ext>
            </a:extLst>
          </p:cNvPr>
          <p:cNvSpPr/>
          <p:nvPr/>
        </p:nvSpPr>
        <p:spPr>
          <a:xfrm>
            <a:off x="1370126" y="2783577"/>
            <a:ext cx="145742" cy="344113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58297" tIns="29149" rIns="58297" bIns="2914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l-GR" sz="1149"/>
          </a:p>
        </p:txBody>
      </p:sp>
      <p:sp>
        <p:nvSpPr>
          <p:cNvPr id="44" name="Text Box 52">
            <a:extLst>
              <a:ext uri="{FF2B5EF4-FFF2-40B4-BE49-F238E27FC236}">
                <a16:creationId xmlns:a16="http://schemas.microsoft.com/office/drawing/2014/main" id="{A9613BC9-12BC-4754-8F62-2FA9E5617A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70554" y="5014817"/>
            <a:ext cx="1263097" cy="348161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58297" tIns="29149" rIns="58297" bIns="29149" numCol="1" anchor="t" anchorCtr="0" compatLnSpc="1">
            <a:prstTxWarp prst="textNoShape">
              <a:avLst/>
            </a:prstTxWarp>
          </a:bodyPr>
          <a:lstStyle/>
          <a:p>
            <a:pPr algn="ctr" defTabSz="582962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l-GR" sz="102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Genetics*</a:t>
            </a:r>
            <a:endParaRPr lang="en-US" altLang="el-GR" sz="382"/>
          </a:p>
          <a:p>
            <a:pPr algn="ctr" defTabSz="582962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l-GR" sz="766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Pectoral finclip 50 ind total</a:t>
            </a:r>
            <a:endParaRPr lang="en-US" altLang="el-GR" sz="1149">
              <a:latin typeface="Arial" panose="020B0604020202020204" pitchFamily="34" charset="0"/>
            </a:endParaRPr>
          </a:p>
        </p:txBody>
      </p:sp>
      <p:sp>
        <p:nvSpPr>
          <p:cNvPr id="45" name="Arrow: Down 44">
            <a:extLst>
              <a:ext uri="{FF2B5EF4-FFF2-40B4-BE49-F238E27FC236}">
                <a16:creationId xmlns:a16="http://schemas.microsoft.com/office/drawing/2014/main" id="{7D602642-8E83-4C5F-856B-ADB31BA3C44F}"/>
              </a:ext>
            </a:extLst>
          </p:cNvPr>
          <p:cNvSpPr/>
          <p:nvPr/>
        </p:nvSpPr>
        <p:spPr>
          <a:xfrm>
            <a:off x="1448560" y="5415437"/>
            <a:ext cx="145742" cy="344113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58297" tIns="29149" rIns="58297" bIns="2914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l-GR" sz="1149"/>
          </a:p>
        </p:txBody>
      </p:sp>
      <p:sp>
        <p:nvSpPr>
          <p:cNvPr id="46" name="Text Box 50">
            <a:extLst>
              <a:ext uri="{FF2B5EF4-FFF2-40B4-BE49-F238E27FC236}">
                <a16:creationId xmlns:a16="http://schemas.microsoft.com/office/drawing/2014/main" id="{7FF76FBF-06D1-490C-9E66-FBA6E85FE34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1360" y="5898212"/>
            <a:ext cx="2242807" cy="364355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58297" tIns="29149" rIns="58297" bIns="29149" numCol="1" anchor="t" anchorCtr="0" compatLnSpc="1">
            <a:prstTxWarp prst="textNoShape">
              <a:avLst/>
            </a:prstTxWarp>
          </a:bodyPr>
          <a:lstStyle/>
          <a:p>
            <a:pPr algn="ctr" defTabSz="582962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l-GR" sz="102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Food safety^</a:t>
            </a:r>
            <a:endParaRPr lang="en-US" altLang="el-GR" sz="382"/>
          </a:p>
          <a:p>
            <a:pPr algn="ctr" defTabSz="582962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l-GR" sz="766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25 ind per station/3 stations total</a:t>
            </a:r>
            <a:endParaRPr lang="en-US" altLang="el-GR" sz="1149">
              <a:latin typeface="Arial" panose="020B0604020202020204" pitchFamily="34" charset="0"/>
            </a:endParaRPr>
          </a:p>
        </p:txBody>
      </p:sp>
      <p:sp>
        <p:nvSpPr>
          <p:cNvPr id="47" name="Arrow: Down 46">
            <a:extLst>
              <a:ext uri="{FF2B5EF4-FFF2-40B4-BE49-F238E27FC236}">
                <a16:creationId xmlns:a16="http://schemas.microsoft.com/office/drawing/2014/main" id="{F13C4F14-3673-4D5F-9A67-43C018DC3593}"/>
              </a:ext>
            </a:extLst>
          </p:cNvPr>
          <p:cNvSpPr/>
          <p:nvPr/>
        </p:nvSpPr>
        <p:spPr>
          <a:xfrm>
            <a:off x="1428051" y="3882312"/>
            <a:ext cx="143794" cy="1037363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58297" tIns="29149" rIns="58297" bIns="2914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l-GR" sz="1149"/>
          </a:p>
        </p:txBody>
      </p:sp>
      <p:sp>
        <p:nvSpPr>
          <p:cNvPr id="48" name="Arrow: Down 47">
            <a:extLst>
              <a:ext uri="{FF2B5EF4-FFF2-40B4-BE49-F238E27FC236}">
                <a16:creationId xmlns:a16="http://schemas.microsoft.com/office/drawing/2014/main" id="{218C5C63-013F-4FC5-BA69-484AC37CB8B3}"/>
              </a:ext>
            </a:extLst>
          </p:cNvPr>
          <p:cNvSpPr/>
          <p:nvPr/>
        </p:nvSpPr>
        <p:spPr>
          <a:xfrm>
            <a:off x="909741" y="3879922"/>
            <a:ext cx="160803" cy="187963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58297" tIns="29149" rIns="58297" bIns="2914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l-GR" sz="1149"/>
          </a:p>
        </p:txBody>
      </p:sp>
      <p:sp>
        <p:nvSpPr>
          <p:cNvPr id="49" name="Arrow: Down 48">
            <a:extLst>
              <a:ext uri="{FF2B5EF4-FFF2-40B4-BE49-F238E27FC236}">
                <a16:creationId xmlns:a16="http://schemas.microsoft.com/office/drawing/2014/main" id="{8AE2C506-6616-4B54-A889-B59303EB6698}"/>
              </a:ext>
            </a:extLst>
          </p:cNvPr>
          <p:cNvSpPr/>
          <p:nvPr/>
        </p:nvSpPr>
        <p:spPr>
          <a:xfrm>
            <a:off x="3803207" y="1802026"/>
            <a:ext cx="145742" cy="344113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58297" tIns="29149" rIns="58297" bIns="29149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l-GR" sz="1149"/>
          </a:p>
        </p:txBody>
      </p:sp>
      <p:sp>
        <p:nvSpPr>
          <p:cNvPr id="50" name="Text Box 9">
            <a:extLst>
              <a:ext uri="{FF2B5EF4-FFF2-40B4-BE49-F238E27FC236}">
                <a16:creationId xmlns:a16="http://schemas.microsoft.com/office/drawing/2014/main" id="{75DB6D38-EABB-4331-B903-D1BEB1C1CEE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1360" y="6328516"/>
            <a:ext cx="3889626" cy="1992595"/>
          </a:xfrm>
          <a:prstGeom prst="rect">
            <a:avLst/>
          </a:prstGeom>
          <a:solidFill>
            <a:srgbClr val="FFFFFF"/>
          </a:solidFill>
          <a:ln w="6350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58297" tIns="29149" rIns="58297" bIns="29149" numCol="1" anchor="t" anchorCtr="0" compatLnSpc="1">
            <a:prstTxWarp prst="textNoShape">
              <a:avLst/>
            </a:prstTxWarp>
          </a:bodyPr>
          <a:lstStyle/>
          <a:p>
            <a:pPr defTabSz="582962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GB" altLang="el-GR" sz="1021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Biological</a:t>
            </a:r>
            <a:endParaRPr lang="en-GB" altLang="el-GR" sz="382"/>
          </a:p>
          <a:p>
            <a:pPr defTabSz="582962"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 altLang="el-GR" sz="1149">
              <a:latin typeface="Arial" panose="020B0604020202020204" pitchFamily="34" charset="0"/>
            </a:endParaRPr>
          </a:p>
        </p:txBody>
      </p:sp>
      <p:sp>
        <p:nvSpPr>
          <p:cNvPr id="52" name="Text Box 47">
            <a:extLst>
              <a:ext uri="{FF2B5EF4-FFF2-40B4-BE49-F238E27FC236}">
                <a16:creationId xmlns:a16="http://schemas.microsoft.com/office/drawing/2014/main" id="{478216B5-3849-4ACE-9AAF-3F8AD59500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70147" y="2282793"/>
            <a:ext cx="1169984" cy="465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vert="horz" wrap="square" lIns="58297" tIns="29149" rIns="58297" bIns="29149" numCol="1" anchor="t" anchorCtr="0" compatLnSpc="1">
            <a:prstTxWarp prst="textNoShape">
              <a:avLst/>
            </a:prstTxWarp>
          </a:bodyPr>
          <a:lstStyle/>
          <a:p>
            <a:pPr algn="ctr" defTabSz="582962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l-GR" sz="1021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Vulnerable species</a:t>
            </a:r>
            <a:endParaRPr lang="en-US" altLang="el-GR" sz="382" dirty="0"/>
          </a:p>
          <a:p>
            <a:pPr algn="ctr" defTabSz="582962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l-GR" sz="766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Measure/photo/release</a:t>
            </a:r>
            <a:endParaRPr lang="en-US" altLang="el-GR" sz="382" dirty="0"/>
          </a:p>
          <a:p>
            <a:pPr defTabSz="582962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l-GR" sz="1149" dirty="0">
              <a:latin typeface="Arial" panose="020B0604020202020204" pitchFamily="34" charset="0"/>
            </a:endParaRPr>
          </a:p>
        </p:txBody>
      </p:sp>
      <p:sp>
        <p:nvSpPr>
          <p:cNvPr id="54" name="Rectangle 60">
            <a:extLst>
              <a:ext uri="{FF2B5EF4-FFF2-40B4-BE49-F238E27FC236}">
                <a16:creationId xmlns:a16="http://schemas.microsoft.com/office/drawing/2014/main" id="{1E1530DB-6EE2-4F96-AB4E-395BCF046D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7937" y="678683"/>
            <a:ext cx="1759657" cy="6281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58297" tIns="29149" rIns="58297" bIns="29149" numCol="1" anchor="ctr" anchorCtr="0" compatLnSpc="1">
            <a:prstTxWarp prst="textNoShape">
              <a:avLst/>
            </a:prstTxWarp>
            <a:spAutoFit/>
          </a:bodyPr>
          <a:lstStyle/>
          <a:p>
            <a:pPr defTabSz="582962" eaLnBrk="0" fontAlgn="base" hangingPunct="0">
              <a:spcBef>
                <a:spcPct val="0"/>
              </a:spcBef>
              <a:spcAft>
                <a:spcPct val="0"/>
              </a:spcAft>
            </a:pPr>
            <a:endParaRPr lang="en-GB" altLang="el-GR" sz="1275" dirty="0">
              <a:latin typeface="Calibri Light" panose="020F0302020204030204" pitchFamily="34" charset="0"/>
              <a:ea typeface="Times New Roman" panose="02020603050405020304" pitchFamily="18" charset="0"/>
              <a:cs typeface="Calibri Light" panose="020F0302020204030204" pitchFamily="34" charset="0"/>
            </a:endParaRPr>
          </a:p>
          <a:p>
            <a:pPr defTabSz="582962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GB" altLang="el-GR" sz="1275" dirty="0">
                <a:latin typeface="Calibri Light" panose="020F0302020204030204" pitchFamily="34" charset="0"/>
                <a:ea typeface="Times New Roman" panose="02020603050405020304" pitchFamily="18" charset="0"/>
                <a:cs typeface="Calibri Light" panose="020F0302020204030204" pitchFamily="34" charset="0"/>
              </a:rPr>
              <a:t>Catch sampling workflow</a:t>
            </a:r>
            <a:endParaRPr lang="el-GR" altLang="el-GR" sz="382" dirty="0"/>
          </a:p>
          <a:p>
            <a:pPr defTabSz="582962" eaLnBrk="0" fontAlgn="base" hangingPunct="0">
              <a:spcBef>
                <a:spcPct val="0"/>
              </a:spcBef>
              <a:spcAft>
                <a:spcPct val="0"/>
              </a:spcAft>
            </a:pPr>
            <a:endParaRPr lang="el-GR" altLang="el-GR" sz="1149" dirty="0">
              <a:latin typeface="Arial" panose="020B0604020202020204" pitchFamily="34" charset="0"/>
            </a:endParaRPr>
          </a:p>
        </p:txBody>
      </p:sp>
      <p:graphicFrame>
        <p:nvGraphicFramePr>
          <p:cNvPr id="60" name="Table 59">
            <a:extLst>
              <a:ext uri="{FF2B5EF4-FFF2-40B4-BE49-F238E27FC236}">
                <a16:creationId xmlns:a16="http://schemas.microsoft.com/office/drawing/2014/main" id="{5D7C8488-5F2D-48A8-8470-FE12C90C0C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6018323"/>
              </p:ext>
            </p:extLst>
          </p:nvPr>
        </p:nvGraphicFramePr>
        <p:xfrm>
          <a:off x="909739" y="6595464"/>
          <a:ext cx="3530388" cy="140448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765194">
                  <a:extLst>
                    <a:ext uri="{9D8B030D-6E8A-4147-A177-3AD203B41FA5}">
                      <a16:colId xmlns:a16="http://schemas.microsoft.com/office/drawing/2014/main" val="2569081813"/>
                    </a:ext>
                  </a:extLst>
                </a:gridCol>
                <a:gridCol w="1765194">
                  <a:extLst>
                    <a:ext uri="{9D8B030D-6E8A-4147-A177-3AD203B41FA5}">
                      <a16:colId xmlns:a16="http://schemas.microsoft.com/office/drawing/2014/main" val="1448597730"/>
                    </a:ext>
                  </a:extLst>
                </a:gridCol>
              </a:tblGrid>
              <a:tr h="141014">
                <a:tc>
                  <a:txBody>
                    <a:bodyPr/>
                    <a:lstStyle/>
                    <a:p>
                      <a:pPr fontAlgn="base"/>
                      <a:r>
                        <a:rPr lang="fr-FR" sz="900" b="0" i="1" dirty="0" err="1">
                          <a:solidFill>
                            <a:sysClr val="windowText" lastClr="000000"/>
                          </a:solidFill>
                          <a:effectLst/>
                        </a:rPr>
                        <a:t>Merluccius</a:t>
                      </a:r>
                      <a:r>
                        <a:rPr lang="fr-FR" sz="900" b="0" i="1" dirty="0">
                          <a:solidFill>
                            <a:sysClr val="windowText" lastClr="000000"/>
                          </a:solidFill>
                          <a:effectLst/>
                        </a:rPr>
                        <a:t> </a:t>
                      </a:r>
                      <a:r>
                        <a:rPr lang="fr-FR" sz="900" b="0" i="1" dirty="0" err="1">
                          <a:solidFill>
                            <a:sysClr val="windowText" lastClr="000000"/>
                          </a:solidFill>
                          <a:effectLst/>
                        </a:rPr>
                        <a:t>merluccius</a:t>
                      </a:r>
                      <a:r>
                        <a:rPr lang="en-GB" sz="900" b="0" i="1" dirty="0">
                          <a:solidFill>
                            <a:sysClr val="windowText" lastClr="000000"/>
                          </a:solidFill>
                          <a:effectLst/>
                        </a:rPr>
                        <a:t> </a:t>
                      </a:r>
                      <a:endParaRPr lang="el-GR" sz="900" b="0" i="1" dirty="0">
                        <a:solidFill>
                          <a:sysClr val="windowText" lastClr="000000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fontAlgn="base"/>
                      <a:endParaRPr lang="el-GR" sz="900" b="0" i="1" dirty="0">
                        <a:solidFill>
                          <a:sysClr val="windowText" lastClr="000000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95035689"/>
                  </a:ext>
                </a:extLst>
              </a:tr>
              <a:tr h="141014">
                <a:tc>
                  <a:txBody>
                    <a:bodyPr/>
                    <a:lstStyle/>
                    <a:p>
                      <a:pPr fontAlgn="base"/>
                      <a:r>
                        <a:rPr lang="fr-FR" sz="900" b="0" i="1" dirty="0" err="1">
                          <a:solidFill>
                            <a:sysClr val="windowText" lastClr="000000"/>
                          </a:solidFill>
                          <a:effectLst/>
                        </a:rPr>
                        <a:t>Merluccius</a:t>
                      </a:r>
                      <a:r>
                        <a:rPr lang="fr-FR" sz="900" b="0" i="1" dirty="0">
                          <a:solidFill>
                            <a:sysClr val="windowText" lastClr="000000"/>
                          </a:solidFill>
                          <a:effectLst/>
                        </a:rPr>
                        <a:t> </a:t>
                      </a:r>
                      <a:r>
                        <a:rPr lang="fr-FR" sz="900" b="0" i="1" dirty="0" err="1">
                          <a:solidFill>
                            <a:sysClr val="windowText" lastClr="000000"/>
                          </a:solidFill>
                          <a:effectLst/>
                        </a:rPr>
                        <a:t>polli</a:t>
                      </a:r>
                      <a:endParaRPr lang="el-GR" sz="900" b="0" i="1" dirty="0">
                        <a:solidFill>
                          <a:sysClr val="windowText" lastClr="000000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fontAlgn="base"/>
                      <a:endParaRPr lang="el-GR" sz="900" b="0" i="1" dirty="0">
                        <a:solidFill>
                          <a:sysClr val="windowText" lastClr="000000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3215193"/>
                  </a:ext>
                </a:extLst>
              </a:tr>
              <a:tr h="141014">
                <a:tc>
                  <a:txBody>
                    <a:bodyPr/>
                    <a:lstStyle/>
                    <a:p>
                      <a:pPr fontAlgn="base"/>
                      <a:r>
                        <a:rPr lang="fr-FR" sz="900" b="0" i="1" dirty="0" err="1">
                          <a:solidFill>
                            <a:sysClr val="windowText" lastClr="000000"/>
                          </a:solidFill>
                          <a:effectLst/>
                        </a:rPr>
                        <a:t>Merluccius</a:t>
                      </a:r>
                      <a:r>
                        <a:rPr lang="fr-FR" sz="900" b="0" i="1" dirty="0">
                          <a:solidFill>
                            <a:sysClr val="windowText" lastClr="000000"/>
                          </a:solidFill>
                          <a:effectLst/>
                        </a:rPr>
                        <a:t> senegalensis</a:t>
                      </a:r>
                      <a:endParaRPr lang="el-GR" sz="900" b="0" i="1" dirty="0">
                        <a:solidFill>
                          <a:sysClr val="windowText" lastClr="000000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fontAlgn="base"/>
                      <a:endParaRPr lang="el-GR" sz="900" b="0" i="1">
                        <a:solidFill>
                          <a:sysClr val="windowText" lastClr="000000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7575621"/>
                  </a:ext>
                </a:extLst>
              </a:tr>
              <a:tr h="141014">
                <a:tc>
                  <a:txBody>
                    <a:bodyPr/>
                    <a:lstStyle/>
                    <a:p>
                      <a:pPr fontAlgn="base"/>
                      <a:r>
                        <a:rPr lang="fr-FR" sz="900" b="0" i="1" dirty="0" err="1">
                          <a:solidFill>
                            <a:sysClr val="windowText" lastClr="000000"/>
                          </a:solidFill>
                          <a:effectLst/>
                        </a:rPr>
                        <a:t>Pagellus</a:t>
                      </a:r>
                      <a:r>
                        <a:rPr lang="fr-FR" sz="900" b="0" i="1" dirty="0">
                          <a:solidFill>
                            <a:sysClr val="windowText" lastClr="000000"/>
                          </a:solidFill>
                          <a:effectLst/>
                        </a:rPr>
                        <a:t> </a:t>
                      </a:r>
                      <a:r>
                        <a:rPr lang="fr-FR" sz="900" b="0" i="1" dirty="0" err="1">
                          <a:solidFill>
                            <a:sysClr val="windowText" lastClr="000000"/>
                          </a:solidFill>
                          <a:effectLst/>
                        </a:rPr>
                        <a:t>bellotti</a:t>
                      </a:r>
                      <a:r>
                        <a:rPr lang="en-GB" sz="900" b="0" i="1" dirty="0">
                          <a:solidFill>
                            <a:sysClr val="windowText" lastClr="000000"/>
                          </a:solidFill>
                          <a:effectLst/>
                        </a:rPr>
                        <a:t> </a:t>
                      </a:r>
                      <a:endParaRPr lang="el-GR" sz="900" b="0" i="1" dirty="0">
                        <a:solidFill>
                          <a:sysClr val="windowText" lastClr="000000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fontAlgn="base"/>
                      <a:endParaRPr lang="el-GR" sz="900" b="0" i="1">
                        <a:solidFill>
                          <a:sysClr val="windowText" lastClr="000000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3723628"/>
                  </a:ext>
                </a:extLst>
              </a:tr>
              <a:tr h="141014">
                <a:tc>
                  <a:txBody>
                    <a:bodyPr/>
                    <a:lstStyle/>
                    <a:p>
                      <a:pPr fontAlgn="base"/>
                      <a:r>
                        <a:rPr lang="fr-FR" sz="900" b="0" i="1" dirty="0" err="1">
                          <a:solidFill>
                            <a:sysClr val="windowText" lastClr="000000"/>
                          </a:solidFill>
                          <a:effectLst/>
                        </a:rPr>
                        <a:t>Pagellus</a:t>
                      </a:r>
                      <a:r>
                        <a:rPr lang="fr-FR" sz="900" b="0" i="1" dirty="0">
                          <a:solidFill>
                            <a:sysClr val="windowText" lastClr="000000"/>
                          </a:solidFill>
                          <a:effectLst/>
                        </a:rPr>
                        <a:t> acarne</a:t>
                      </a:r>
                      <a:endParaRPr lang="el-GR" sz="900" b="0" i="1" dirty="0">
                        <a:solidFill>
                          <a:sysClr val="windowText" lastClr="000000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fontAlgn="base"/>
                      <a:endParaRPr lang="el-GR" sz="900" b="0" i="1">
                        <a:solidFill>
                          <a:sysClr val="windowText" lastClr="000000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0674350"/>
                  </a:ext>
                </a:extLst>
              </a:tr>
              <a:tr h="141014">
                <a:tc>
                  <a:txBody>
                    <a:bodyPr/>
                    <a:lstStyle/>
                    <a:p>
                      <a:pPr fontAlgn="base"/>
                      <a:r>
                        <a:rPr lang="fr-FR" sz="900" b="0" i="1" dirty="0">
                          <a:solidFill>
                            <a:sysClr val="windowText" lastClr="000000"/>
                          </a:solidFill>
                          <a:effectLst/>
                        </a:rPr>
                        <a:t>Dentex </a:t>
                      </a:r>
                      <a:r>
                        <a:rPr lang="fr-FR" sz="900" b="0" i="1" dirty="0" err="1">
                          <a:solidFill>
                            <a:sysClr val="windowText" lastClr="000000"/>
                          </a:solidFill>
                          <a:effectLst/>
                        </a:rPr>
                        <a:t>macrocephalus</a:t>
                      </a:r>
                      <a:endParaRPr lang="el-GR" sz="900" b="0" i="1" dirty="0">
                        <a:solidFill>
                          <a:sysClr val="windowText" lastClr="000000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fontAlgn="base"/>
                      <a:endParaRPr lang="el-GR" sz="900" b="0" i="1">
                        <a:solidFill>
                          <a:sysClr val="windowText" lastClr="000000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7983769"/>
                  </a:ext>
                </a:extLst>
              </a:tr>
              <a:tr h="276370">
                <a:tc>
                  <a:txBody>
                    <a:bodyPr/>
                    <a:lstStyle/>
                    <a:p>
                      <a:pPr fontAlgn="base"/>
                      <a:r>
                        <a:rPr lang="it-IT" sz="900" b="0" i="1" dirty="0">
                          <a:solidFill>
                            <a:sysClr val="windowText" lastClr="000000"/>
                          </a:solidFill>
                          <a:effectLst/>
                        </a:rPr>
                        <a:t>Parapeneaus longirostris (sex only) Aristeus varidens (sex only) </a:t>
                      </a:r>
                      <a:endParaRPr lang="el-GR" sz="900" b="0" i="1" dirty="0">
                        <a:solidFill>
                          <a:sysClr val="windowText" lastClr="000000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fontAlgn="base"/>
                      <a:endParaRPr lang="el-GR" sz="900" b="0" i="1">
                        <a:solidFill>
                          <a:sysClr val="windowText" lastClr="000000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5684897"/>
                  </a:ext>
                </a:extLst>
              </a:tr>
              <a:tr h="141014">
                <a:tc>
                  <a:txBody>
                    <a:bodyPr/>
                    <a:lstStyle/>
                    <a:p>
                      <a:pPr fontAlgn="base"/>
                      <a:r>
                        <a:rPr lang="it-IT" sz="900" b="0" i="1" dirty="0">
                          <a:solidFill>
                            <a:sysClr val="windowText" lastClr="000000"/>
                          </a:solidFill>
                          <a:effectLst/>
                        </a:rPr>
                        <a:t>+ opther priority species</a:t>
                      </a:r>
                      <a:endParaRPr lang="el-GR" sz="900" b="0" i="1" dirty="0">
                        <a:solidFill>
                          <a:sysClr val="windowText" lastClr="000000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fontAlgn="base"/>
                      <a:endParaRPr lang="el-GR" sz="900" b="0" i="1" dirty="0">
                        <a:solidFill>
                          <a:sysClr val="windowText" lastClr="000000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5176768"/>
                  </a:ext>
                </a:extLst>
              </a:tr>
              <a:tr h="141014">
                <a:tc>
                  <a:txBody>
                    <a:bodyPr/>
                    <a:lstStyle/>
                    <a:p>
                      <a:endParaRPr lang="el-GR" sz="900" i="1" dirty="0">
                        <a:solidFill>
                          <a:sysClr val="windowText" lastClr="000000"/>
                        </a:solidFill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endParaRPr lang="el-GR" sz="900" i="1" dirty="0">
                        <a:solidFill>
                          <a:sysClr val="windowText" lastClr="000000"/>
                        </a:solidFill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26226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723638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53</TotalTime>
  <Words>115</Words>
  <Application>Microsoft Office PowerPoint</Application>
  <PresentationFormat>Custom</PresentationFormat>
  <Paragraphs>28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Nikolioudakis, Nikolaos</dc:creator>
  <cp:lastModifiedBy>Nikolioudakis, Nikolaos</cp:lastModifiedBy>
  <cp:revision>5</cp:revision>
  <dcterms:created xsi:type="dcterms:W3CDTF">2022-02-09T08:33:54Z</dcterms:created>
  <dcterms:modified xsi:type="dcterms:W3CDTF">2022-04-18T11:20:19Z</dcterms:modified>
</cp:coreProperties>
</file>