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4"/>
  </p:sldMasterIdLst>
  <p:sldIdLst>
    <p:sldId id="256" r:id="rId5"/>
  </p:sldIdLst>
  <p:sldSz cx="575945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7" userDrawn="1">
          <p15:clr>
            <a:srgbClr val="A4A3A4"/>
          </p15:clr>
        </p15:guide>
        <p15:guide id="2" pos="1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4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4536" y="102"/>
      </p:cViewPr>
      <p:guideLst>
        <p:guide orient="horz" pos="2837"/>
        <p:guide pos="1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472842"/>
            <a:ext cx="4895533" cy="3133172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4726842"/>
            <a:ext cx="4319588" cy="2172804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673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2844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2243638"/>
            <a:ext cx="4967526" cy="3743557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6022610"/>
            <a:ext cx="4967526" cy="1968648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3075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2395710"/>
            <a:ext cx="2447766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2395710"/>
            <a:ext cx="2447766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375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79144"/>
            <a:ext cx="4967526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2206137"/>
            <a:ext cx="2436517" cy="108119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3287331"/>
            <a:ext cx="2436517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2206137"/>
            <a:ext cx="2448516" cy="1081194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3287331"/>
            <a:ext cx="244851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9059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774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46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99969"/>
            <a:ext cx="1857573" cy="2099892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1295769"/>
            <a:ext cx="2915722" cy="6395505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699862"/>
            <a:ext cx="1857573" cy="5001827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2084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599969"/>
            <a:ext cx="1857573" cy="2099892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1295769"/>
            <a:ext cx="2915722" cy="6395505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2699862"/>
            <a:ext cx="1857573" cy="5001827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2406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046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479142"/>
            <a:ext cx="1241881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479142"/>
            <a:ext cx="3653651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1632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479144"/>
            <a:ext cx="4967526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2395710"/>
            <a:ext cx="4967526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8341240"/>
            <a:ext cx="129587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54015-A75A-4F9C-8FD1-6C02F3E98E5C}" type="datetimeFigureOut">
              <a:rPr lang="el-GR" smtClean="0"/>
              <a:t>9/6/2022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8341240"/>
            <a:ext cx="194381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8341240"/>
            <a:ext cx="129587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7258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11">
            <a:extLst>
              <a:ext uri="{FF2B5EF4-FFF2-40B4-BE49-F238E27FC236}">
                <a16:creationId xmlns:a16="http://schemas.microsoft.com/office/drawing/2014/main" id="{3241D3D7-BA40-4EEF-B6F9-B3B9F754C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006" y="2285911"/>
            <a:ext cx="2360209" cy="35625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Sort sample according to species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 total weight &amp; total number per species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35" name="Text Box 1858232838">
            <a:extLst>
              <a:ext uri="{FF2B5EF4-FFF2-40B4-BE49-F238E27FC236}">
                <a16:creationId xmlns:a16="http://schemas.microsoft.com/office/drawing/2014/main" id="{192A343A-9F51-49F4-AAF9-F704CF135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381" y="4394736"/>
            <a:ext cx="1210468" cy="5141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Rare/unknown species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Photograph/freeze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0714E55C-B2D2-4020-87E8-C806D2A32130}"/>
              </a:ext>
            </a:extLst>
          </p:cNvPr>
          <p:cNvSpPr/>
          <p:nvPr/>
        </p:nvSpPr>
        <p:spPr>
          <a:xfrm>
            <a:off x="2932805" y="2759528"/>
            <a:ext cx="145742" cy="15262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37" name="Text Box 2">
            <a:extLst>
              <a:ext uri="{FF2B5EF4-FFF2-40B4-BE49-F238E27FC236}">
                <a16:creationId xmlns:a16="http://schemas.microsoft.com/office/drawing/2014/main" id="{09C9F389-6DB4-4CDE-B94F-5CB1716AE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56" y="1302724"/>
            <a:ext cx="3578775" cy="36840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Trawl catch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 total catch weight. Take total catch or subsample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2F335209-5596-4951-A288-4C665348E47F}"/>
              </a:ext>
            </a:extLst>
          </p:cNvPr>
          <p:cNvSpPr/>
          <p:nvPr/>
        </p:nvSpPr>
        <p:spPr>
          <a:xfrm>
            <a:off x="1629220" y="1801015"/>
            <a:ext cx="145742" cy="344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A0D3FFAB-EF0E-46DB-847D-27BE097E5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63" y="3227687"/>
            <a:ext cx="1263097" cy="5546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Priority species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Length/weight 100 ind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Sex/maturity 30 ind (see list for biological)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6FEF930A-635B-4A30-810E-2CE9AC957977}"/>
              </a:ext>
            </a:extLst>
          </p:cNvPr>
          <p:cNvSpPr/>
          <p:nvPr/>
        </p:nvSpPr>
        <p:spPr>
          <a:xfrm>
            <a:off x="2273017" y="2785688"/>
            <a:ext cx="145740" cy="11563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2" name="Text Box 1858232833">
            <a:extLst>
              <a:ext uri="{FF2B5EF4-FFF2-40B4-BE49-F238E27FC236}">
                <a16:creationId xmlns:a16="http://schemas.microsoft.com/office/drawing/2014/main" id="{0BC7E624-731E-46EA-9B8F-DB7390D67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1470" y="4087056"/>
            <a:ext cx="789436" cy="8218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 non-priority species</a:t>
            </a:r>
            <a:endParaRPr lang="en-US" altLang="el-GR" sz="382" dirty="0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Length/weight 30 </a:t>
            </a:r>
            <a:r>
              <a:rPr lang="en-US" altLang="el-GR" sz="766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</a:t>
            </a:r>
            <a:endParaRPr lang="en-US" altLang="el-GR" sz="382" dirty="0"/>
          </a:p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l-GR" sz="1149" dirty="0">
              <a:latin typeface="Arial" panose="020B0604020202020204" pitchFamily="34" charset="0"/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59035003-3E6E-44D3-97F4-C9C07F07B655}"/>
              </a:ext>
            </a:extLst>
          </p:cNvPr>
          <p:cNvSpPr/>
          <p:nvPr/>
        </p:nvSpPr>
        <p:spPr>
          <a:xfrm>
            <a:off x="1370126" y="2783577"/>
            <a:ext cx="145742" cy="344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4" name="Text Box 52">
            <a:extLst>
              <a:ext uri="{FF2B5EF4-FFF2-40B4-BE49-F238E27FC236}">
                <a16:creationId xmlns:a16="http://schemas.microsoft.com/office/drawing/2014/main" id="{A9613BC9-12BC-4754-8F62-2FA9E5617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554" y="5014817"/>
            <a:ext cx="1263097" cy="34816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Genetics*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Pectoral finclip 50 ind total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7D602642-8E83-4C5F-856B-ADB31BA3C44F}"/>
              </a:ext>
            </a:extLst>
          </p:cNvPr>
          <p:cNvSpPr/>
          <p:nvPr/>
        </p:nvSpPr>
        <p:spPr>
          <a:xfrm>
            <a:off x="1448560" y="5415437"/>
            <a:ext cx="145742" cy="344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6" name="Text Box 50">
            <a:extLst>
              <a:ext uri="{FF2B5EF4-FFF2-40B4-BE49-F238E27FC236}">
                <a16:creationId xmlns:a16="http://schemas.microsoft.com/office/drawing/2014/main" id="{7FF76FBF-06D1-490C-9E66-FBA6E85FE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60" y="5898212"/>
            <a:ext cx="2242807" cy="3643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Food safety^</a:t>
            </a:r>
            <a:endParaRPr lang="en-US" altLang="el-GR" sz="382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 ind per station/3 stations total</a:t>
            </a:r>
            <a:endParaRPr lang="en-US" altLang="el-GR" sz="1149">
              <a:latin typeface="Arial" panose="020B0604020202020204" pitchFamily="34" charset="0"/>
            </a:endParaRP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13C4F14-3673-4D5F-9A67-43C018DC3593}"/>
              </a:ext>
            </a:extLst>
          </p:cNvPr>
          <p:cNvSpPr/>
          <p:nvPr/>
        </p:nvSpPr>
        <p:spPr>
          <a:xfrm>
            <a:off x="1428051" y="3882312"/>
            <a:ext cx="143794" cy="1037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218C5C63-013F-4FC5-BA69-484AC37CB8B3}"/>
              </a:ext>
            </a:extLst>
          </p:cNvPr>
          <p:cNvSpPr/>
          <p:nvPr/>
        </p:nvSpPr>
        <p:spPr>
          <a:xfrm>
            <a:off x="909741" y="3879922"/>
            <a:ext cx="160803" cy="1879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AE2C506-6616-4B54-A889-B59303EB6698}"/>
              </a:ext>
            </a:extLst>
          </p:cNvPr>
          <p:cNvSpPr/>
          <p:nvPr/>
        </p:nvSpPr>
        <p:spPr>
          <a:xfrm>
            <a:off x="3803207" y="1802026"/>
            <a:ext cx="145742" cy="344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8297" tIns="29149" rIns="58297" bIns="291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149"/>
          </a:p>
        </p:txBody>
      </p:sp>
      <p:sp>
        <p:nvSpPr>
          <p:cNvPr id="50" name="Text Box 9">
            <a:extLst>
              <a:ext uri="{FF2B5EF4-FFF2-40B4-BE49-F238E27FC236}">
                <a16:creationId xmlns:a16="http://schemas.microsoft.com/office/drawing/2014/main" id="{75DB6D38-EABB-4331-B903-D1BEB1C1C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60" y="6328516"/>
            <a:ext cx="3889626" cy="199259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102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Biological</a:t>
            </a:r>
            <a:endParaRPr lang="en-GB" altLang="el-GR" sz="382"/>
          </a:p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l-GR" sz="1149">
              <a:latin typeface="Arial" panose="020B0604020202020204" pitchFamily="34" charset="0"/>
            </a:endParaRPr>
          </a:p>
        </p:txBody>
      </p:sp>
      <p:sp>
        <p:nvSpPr>
          <p:cNvPr id="52" name="Text Box 47">
            <a:extLst>
              <a:ext uri="{FF2B5EF4-FFF2-40B4-BE49-F238E27FC236}">
                <a16:creationId xmlns:a16="http://schemas.microsoft.com/office/drawing/2014/main" id="{478216B5-3849-4ACE-9AAF-3F8AD595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147" y="2282793"/>
            <a:ext cx="1169984" cy="4655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8297" tIns="29149" rIns="58297" bIns="29149" numCol="1" anchor="t" anchorCtr="0" compatLnSpc="1">
            <a:prstTxWarp prst="textNoShape">
              <a:avLst/>
            </a:prstTxWarp>
          </a:bodyPr>
          <a:lstStyle/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102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Vulnerable species</a:t>
            </a:r>
            <a:endParaRPr lang="en-US" altLang="el-GR" sz="382" dirty="0"/>
          </a:p>
          <a:p>
            <a:pPr algn="ctr"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766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Measure/photo/release</a:t>
            </a:r>
            <a:endParaRPr lang="en-US" altLang="el-GR" sz="382" dirty="0"/>
          </a:p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l-GR" sz="1149" dirty="0">
              <a:latin typeface="Arial" panose="020B0604020202020204" pitchFamily="34" charset="0"/>
            </a:endParaRPr>
          </a:p>
        </p:txBody>
      </p:sp>
      <p:sp>
        <p:nvSpPr>
          <p:cNvPr id="54" name="Rectangle 60">
            <a:extLst>
              <a:ext uri="{FF2B5EF4-FFF2-40B4-BE49-F238E27FC236}">
                <a16:creationId xmlns:a16="http://schemas.microsoft.com/office/drawing/2014/main" id="{1E1530DB-6EE2-4F96-AB4E-395BCF046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937" y="678683"/>
            <a:ext cx="1759657" cy="628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8297" tIns="29149" rIns="58297" bIns="29149" numCol="1" anchor="ctr" anchorCtr="0" compatLnSpc="1">
            <a:prstTxWarp prst="textNoShape">
              <a:avLst/>
            </a:prstTxWarp>
            <a:spAutoFit/>
          </a:bodyPr>
          <a:lstStyle/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l-GR" sz="1275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1275" dirty="0"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Catch sampling workflow</a:t>
            </a:r>
            <a:endParaRPr lang="el-GR" altLang="el-GR" sz="382" dirty="0"/>
          </a:p>
          <a:p>
            <a:pPr defTabSz="582962" eaLnBrk="0" fontAlgn="base" hangingPunct="0">
              <a:spcBef>
                <a:spcPct val="0"/>
              </a:spcBef>
              <a:spcAft>
                <a:spcPct val="0"/>
              </a:spcAft>
            </a:pPr>
            <a:endParaRPr lang="el-GR" altLang="el-GR" sz="1149" dirty="0">
              <a:latin typeface="Arial" panose="020B0604020202020204" pitchFamily="34" charset="0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D7C8488-5F2D-48A8-8470-FE12C90C0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341421"/>
              </p:ext>
            </p:extLst>
          </p:nvPr>
        </p:nvGraphicFramePr>
        <p:xfrm>
          <a:off x="909739" y="6595464"/>
          <a:ext cx="3530388" cy="14044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5194">
                  <a:extLst>
                    <a:ext uri="{9D8B030D-6E8A-4147-A177-3AD203B41FA5}">
                      <a16:colId xmlns:a16="http://schemas.microsoft.com/office/drawing/2014/main" val="2569081813"/>
                    </a:ext>
                  </a:extLst>
                </a:gridCol>
                <a:gridCol w="1765194">
                  <a:extLst>
                    <a:ext uri="{9D8B030D-6E8A-4147-A177-3AD203B41FA5}">
                      <a16:colId xmlns:a16="http://schemas.microsoft.com/office/drawing/2014/main" val="1448597730"/>
                    </a:ext>
                  </a:extLst>
                </a:gridCol>
              </a:tblGrid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en-GB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35689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polli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215193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senegalensis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575621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Pagellus</a:t>
                      </a:r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bellotti</a:t>
                      </a:r>
                      <a:r>
                        <a:rPr lang="en-GB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23628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Pagellus</a:t>
                      </a:r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acarne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674350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fr-FR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Dentex </a:t>
                      </a:r>
                      <a:r>
                        <a:rPr lang="fr-FR" sz="9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macrocephalus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983769"/>
                  </a:ext>
                </a:extLst>
              </a:tr>
              <a:tr h="276370">
                <a:tc>
                  <a:txBody>
                    <a:bodyPr/>
                    <a:lstStyle/>
                    <a:p>
                      <a:pPr fontAlgn="base"/>
                      <a:r>
                        <a:rPr lang="it-IT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Parapeneaus longirostris (sex only) Aristeus varidens (sex only) 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684897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pPr fontAlgn="base"/>
                      <a:r>
                        <a:rPr lang="it-IT" sz="9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+ other priority species</a:t>
                      </a:r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9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6768"/>
                  </a:ext>
                </a:extLst>
              </a:tr>
              <a:tr h="141014">
                <a:tc>
                  <a:txBody>
                    <a:bodyPr/>
                    <a:lstStyle/>
                    <a:p>
                      <a:endParaRPr lang="el-GR" sz="900" i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l-GR" sz="900" i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2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36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1e712b-8f9b-4625-8219-31b20605feb3">
      <Terms xmlns="http://schemas.microsoft.com/office/infopath/2007/PartnerControls"/>
    </lcf76f155ced4ddcb4097134ff3c332f>
    <TaxCatchAll xmlns="2b166a80-dccc-42cc-be33-87bca7e0d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A833CF10F444BBAB252802BF889FD" ma:contentTypeVersion="16" ma:contentTypeDescription="Create a new document." ma:contentTypeScope="" ma:versionID="9dbacadc2d62fa235a44cbd896f9338f">
  <xsd:schema xmlns:xsd="http://www.w3.org/2001/XMLSchema" xmlns:xs="http://www.w3.org/2001/XMLSchema" xmlns:p="http://schemas.microsoft.com/office/2006/metadata/properties" xmlns:ns2="c01e712b-8f9b-4625-8219-31b20605feb3" xmlns:ns3="2b166a80-dccc-42cc-be33-87bca7e0d87c" targetNamespace="http://schemas.microsoft.com/office/2006/metadata/properties" ma:root="true" ma:fieldsID="1c5226f60b27328a0a64a71aebd5b96d" ns2:_="" ns3:_="">
    <xsd:import namespace="c01e712b-8f9b-4625-8219-31b20605feb3"/>
    <xsd:import namespace="2b166a80-dccc-42cc-be33-87bca7e0d8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e712b-8f9b-4625-8219-31b20605fe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1cccb08-cbc1-4be7-aef6-ff3b7bf618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66a80-dccc-42cc-be33-87bca7e0d87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d3e19f5-1a36-4d74-84ec-443deda0a1df}" ma:internalName="TaxCatchAll" ma:showField="CatchAllData" ma:web="2b166a80-dccc-42cc-be33-87bca7e0d8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505FE4-3047-4A88-B0E0-DF869C022171}">
  <ds:schemaRefs>
    <ds:schemaRef ds:uri="http://schemas.microsoft.com/office/2006/metadata/properties"/>
    <ds:schemaRef ds:uri="http://schemas.microsoft.com/office/infopath/2007/PartnerControls"/>
    <ds:schemaRef ds:uri="c01e712b-8f9b-4625-8219-31b20605feb3"/>
    <ds:schemaRef ds:uri="2b166a80-dccc-42cc-be33-87bca7e0d87c"/>
  </ds:schemaRefs>
</ds:datastoreItem>
</file>

<file path=customXml/itemProps2.xml><?xml version="1.0" encoding="utf-8"?>
<ds:datastoreItem xmlns:ds="http://schemas.openxmlformats.org/officeDocument/2006/customXml" ds:itemID="{36EDEAE5-7DC8-4BFD-93B0-EE08BC72F1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8682F4-AA9B-49DF-8307-0C89124BD8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1e712b-8f9b-4625-8219-31b20605feb3"/>
    <ds:schemaRef ds:uri="2b166a80-dccc-42cc-be33-87bca7e0d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115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Nikolioudakis, Nikolaos</dc:creator>
  <cp:lastModifiedBy>Nikolioudakis, Nikolaos</cp:lastModifiedBy>
  <cp:revision>6</cp:revision>
  <dcterms:created xsi:type="dcterms:W3CDTF">2022-02-09T08:33:54Z</dcterms:created>
  <dcterms:modified xsi:type="dcterms:W3CDTF">2022-06-09T07:19:07Z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0x010100B79A833CF10F444BBAB252802BF889FD</vt:lpwstr>
  </property>
</Properties>
</file>