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2192000" cy="8280400"/>
  <p:notesSz cx="6858000" cy="9144000"/>
  <p:defaultTextStyle>
    <a:defPPr>
      <a:defRPr lang="en-US"/>
    </a:defPPr>
    <a:lvl1pPr marL="0" algn="l" defTabSz="45714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41" algn="l" defTabSz="45714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82" algn="l" defTabSz="45714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422" algn="l" defTabSz="45714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562" algn="l" defTabSz="45714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703" algn="l" defTabSz="45714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844" algn="l" defTabSz="45714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985" algn="l" defTabSz="45714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125" algn="l" defTabSz="45714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55" d="100"/>
          <a:sy n="55" d="100"/>
        </p:scale>
        <p:origin x="109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1" y="1355149"/>
            <a:ext cx="10363200" cy="2882806"/>
          </a:xfrm>
        </p:spPr>
        <p:txBody>
          <a:bodyPr anchor="b"/>
          <a:lstStyle>
            <a:lvl1pPr algn="ctr">
              <a:defRPr sz="724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4349128"/>
            <a:ext cx="9144000" cy="1999179"/>
          </a:xfrm>
        </p:spPr>
        <p:txBody>
          <a:bodyPr/>
          <a:lstStyle>
            <a:lvl1pPr marL="0" indent="0" algn="ctr">
              <a:buNone/>
              <a:defRPr sz="2898"/>
            </a:lvl1pPr>
            <a:lvl2pPr marL="552022" indent="0" algn="ctr">
              <a:buNone/>
              <a:defRPr sz="2415"/>
            </a:lvl2pPr>
            <a:lvl3pPr marL="1104044" indent="0" algn="ctr">
              <a:buNone/>
              <a:defRPr sz="2173"/>
            </a:lvl3pPr>
            <a:lvl4pPr marL="1656067" indent="0" algn="ctr">
              <a:buNone/>
              <a:defRPr sz="1932"/>
            </a:lvl4pPr>
            <a:lvl5pPr marL="2208088" indent="0" algn="ctr">
              <a:buNone/>
              <a:defRPr sz="1932"/>
            </a:lvl5pPr>
            <a:lvl6pPr marL="2760110" indent="0" algn="ctr">
              <a:buNone/>
              <a:defRPr sz="1932"/>
            </a:lvl6pPr>
            <a:lvl7pPr marL="3312133" indent="0" algn="ctr">
              <a:buNone/>
              <a:defRPr sz="1932"/>
            </a:lvl7pPr>
            <a:lvl8pPr marL="3864154" indent="0" algn="ctr">
              <a:buNone/>
              <a:defRPr sz="1932"/>
            </a:lvl8pPr>
            <a:lvl9pPr marL="4416177" indent="0" algn="ctr">
              <a:buNone/>
              <a:defRPr sz="193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B4FAB-BF9E-489C-AE0E-F4FE448E7587}" type="datetimeFigureOut">
              <a:rPr lang="nb-NO" smtClean="0"/>
              <a:t>13.05.2022</a:t>
            </a:fld>
            <a:endParaRPr lang="nb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4E7A17-C0D5-4824-AF87-B4C1390AAE69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3958936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B4FAB-BF9E-489C-AE0E-F4FE448E7587}" type="datetimeFigureOut">
              <a:rPr lang="nb-NO" smtClean="0"/>
              <a:t>13.05.2022</a:t>
            </a:fld>
            <a:endParaRPr lang="nb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4E7A17-C0D5-4824-AF87-B4C1390AAE69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3948602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2064352"/>
            <a:ext cx="10515600" cy="3444416"/>
          </a:xfrm>
        </p:spPr>
        <p:txBody>
          <a:bodyPr anchor="b"/>
          <a:lstStyle>
            <a:lvl1pPr>
              <a:defRPr sz="724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5541354"/>
            <a:ext cx="10515600" cy="1811337"/>
          </a:xfrm>
        </p:spPr>
        <p:txBody>
          <a:bodyPr/>
          <a:lstStyle>
            <a:lvl1pPr marL="0" indent="0">
              <a:buNone/>
              <a:defRPr sz="2898">
                <a:solidFill>
                  <a:schemeClr val="tx1"/>
                </a:solidFill>
              </a:defRPr>
            </a:lvl1pPr>
            <a:lvl2pPr marL="552022" indent="0">
              <a:buNone/>
              <a:defRPr sz="2415">
                <a:solidFill>
                  <a:schemeClr val="tx1">
                    <a:tint val="75000"/>
                  </a:schemeClr>
                </a:solidFill>
              </a:defRPr>
            </a:lvl2pPr>
            <a:lvl3pPr marL="1104044" indent="0">
              <a:buNone/>
              <a:defRPr sz="2173">
                <a:solidFill>
                  <a:schemeClr val="tx1">
                    <a:tint val="75000"/>
                  </a:schemeClr>
                </a:solidFill>
              </a:defRPr>
            </a:lvl3pPr>
            <a:lvl4pPr marL="1656067" indent="0">
              <a:buNone/>
              <a:defRPr sz="1932">
                <a:solidFill>
                  <a:schemeClr val="tx1">
                    <a:tint val="75000"/>
                  </a:schemeClr>
                </a:solidFill>
              </a:defRPr>
            </a:lvl4pPr>
            <a:lvl5pPr marL="2208088" indent="0">
              <a:buNone/>
              <a:defRPr sz="1932">
                <a:solidFill>
                  <a:schemeClr val="tx1">
                    <a:tint val="75000"/>
                  </a:schemeClr>
                </a:solidFill>
              </a:defRPr>
            </a:lvl5pPr>
            <a:lvl6pPr marL="2760110" indent="0">
              <a:buNone/>
              <a:defRPr sz="1932">
                <a:solidFill>
                  <a:schemeClr val="tx1">
                    <a:tint val="75000"/>
                  </a:schemeClr>
                </a:solidFill>
              </a:defRPr>
            </a:lvl6pPr>
            <a:lvl7pPr marL="3312133" indent="0">
              <a:buNone/>
              <a:defRPr sz="1932">
                <a:solidFill>
                  <a:schemeClr val="tx1">
                    <a:tint val="75000"/>
                  </a:schemeClr>
                </a:solidFill>
              </a:defRPr>
            </a:lvl7pPr>
            <a:lvl8pPr marL="3864154" indent="0">
              <a:buNone/>
              <a:defRPr sz="1932">
                <a:solidFill>
                  <a:schemeClr val="tx1">
                    <a:tint val="75000"/>
                  </a:schemeClr>
                </a:solidFill>
              </a:defRPr>
            </a:lvl8pPr>
            <a:lvl9pPr marL="4416177" indent="0">
              <a:buNone/>
              <a:defRPr sz="193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B4FAB-BF9E-489C-AE0E-F4FE448E7587}" type="datetimeFigureOut">
              <a:rPr lang="nb-NO" smtClean="0"/>
              <a:t>13.05.2022</a:t>
            </a:fld>
            <a:endParaRPr lang="nb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4E7A17-C0D5-4824-AF87-B4C1390AAE69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255602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1" y="2204274"/>
            <a:ext cx="5181600" cy="52538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04274"/>
            <a:ext cx="5181600" cy="52538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B4FAB-BF9E-489C-AE0E-F4FE448E7587}" type="datetimeFigureOut">
              <a:rPr lang="nb-NO" smtClean="0"/>
              <a:t>13.05.2022</a:t>
            </a:fld>
            <a:endParaRPr lang="nb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4E7A17-C0D5-4824-AF87-B4C1390AAE69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3117598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40856"/>
            <a:ext cx="10515600" cy="160049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90" y="2029850"/>
            <a:ext cx="5157787" cy="994797"/>
          </a:xfrm>
        </p:spPr>
        <p:txBody>
          <a:bodyPr anchor="b"/>
          <a:lstStyle>
            <a:lvl1pPr marL="0" indent="0">
              <a:buNone/>
              <a:defRPr sz="2898" b="1"/>
            </a:lvl1pPr>
            <a:lvl2pPr marL="552022" indent="0">
              <a:buNone/>
              <a:defRPr sz="2415" b="1"/>
            </a:lvl2pPr>
            <a:lvl3pPr marL="1104044" indent="0">
              <a:buNone/>
              <a:defRPr sz="2173" b="1"/>
            </a:lvl3pPr>
            <a:lvl4pPr marL="1656067" indent="0">
              <a:buNone/>
              <a:defRPr sz="1932" b="1"/>
            </a:lvl4pPr>
            <a:lvl5pPr marL="2208088" indent="0">
              <a:buNone/>
              <a:defRPr sz="1932" b="1"/>
            </a:lvl5pPr>
            <a:lvl6pPr marL="2760110" indent="0">
              <a:buNone/>
              <a:defRPr sz="1932" b="1"/>
            </a:lvl6pPr>
            <a:lvl7pPr marL="3312133" indent="0">
              <a:buNone/>
              <a:defRPr sz="1932" b="1"/>
            </a:lvl7pPr>
            <a:lvl8pPr marL="3864154" indent="0">
              <a:buNone/>
              <a:defRPr sz="1932" b="1"/>
            </a:lvl8pPr>
            <a:lvl9pPr marL="4416177" indent="0">
              <a:buNone/>
              <a:defRPr sz="193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90" y="3024646"/>
            <a:ext cx="5157787" cy="44487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2029850"/>
            <a:ext cx="5183188" cy="994797"/>
          </a:xfrm>
        </p:spPr>
        <p:txBody>
          <a:bodyPr anchor="b"/>
          <a:lstStyle>
            <a:lvl1pPr marL="0" indent="0">
              <a:buNone/>
              <a:defRPr sz="2898" b="1"/>
            </a:lvl1pPr>
            <a:lvl2pPr marL="552022" indent="0">
              <a:buNone/>
              <a:defRPr sz="2415" b="1"/>
            </a:lvl2pPr>
            <a:lvl3pPr marL="1104044" indent="0">
              <a:buNone/>
              <a:defRPr sz="2173" b="1"/>
            </a:lvl3pPr>
            <a:lvl4pPr marL="1656067" indent="0">
              <a:buNone/>
              <a:defRPr sz="1932" b="1"/>
            </a:lvl4pPr>
            <a:lvl5pPr marL="2208088" indent="0">
              <a:buNone/>
              <a:defRPr sz="1932" b="1"/>
            </a:lvl5pPr>
            <a:lvl6pPr marL="2760110" indent="0">
              <a:buNone/>
              <a:defRPr sz="1932" b="1"/>
            </a:lvl6pPr>
            <a:lvl7pPr marL="3312133" indent="0">
              <a:buNone/>
              <a:defRPr sz="1932" b="1"/>
            </a:lvl7pPr>
            <a:lvl8pPr marL="3864154" indent="0">
              <a:buNone/>
              <a:defRPr sz="1932" b="1"/>
            </a:lvl8pPr>
            <a:lvl9pPr marL="4416177" indent="0">
              <a:buNone/>
              <a:defRPr sz="193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3024646"/>
            <a:ext cx="5183188" cy="44487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B4FAB-BF9E-489C-AE0E-F4FE448E7587}" type="datetimeFigureOut">
              <a:rPr lang="nb-NO" smtClean="0"/>
              <a:t>13.05.2022</a:t>
            </a:fld>
            <a:endParaRPr lang="nb-NO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4E7A17-C0D5-4824-AF87-B4C1390AAE69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669834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B4FAB-BF9E-489C-AE0E-F4FE448E7587}" type="datetimeFigureOut">
              <a:rPr lang="nb-NO" smtClean="0"/>
              <a:t>13.05.2022</a:t>
            </a:fld>
            <a:endParaRPr lang="nb-NO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4E7A17-C0D5-4824-AF87-B4C1390AAE69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8334485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B4FAB-BF9E-489C-AE0E-F4FE448E7587}" type="datetimeFigureOut">
              <a:rPr lang="nb-NO" smtClean="0"/>
              <a:t>13.05.2022</a:t>
            </a:fld>
            <a:endParaRPr lang="nb-NO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4E7A17-C0D5-4824-AF87-B4C1390AAE69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2806555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552027"/>
            <a:ext cx="3932237" cy="1932093"/>
          </a:xfrm>
        </p:spPr>
        <p:txBody>
          <a:bodyPr anchor="b"/>
          <a:lstStyle>
            <a:lvl1pPr>
              <a:defRPr sz="386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1192227"/>
            <a:ext cx="6172200" cy="5884451"/>
          </a:xfrm>
        </p:spPr>
        <p:txBody>
          <a:bodyPr/>
          <a:lstStyle>
            <a:lvl1pPr>
              <a:defRPr sz="3864"/>
            </a:lvl1pPr>
            <a:lvl2pPr>
              <a:defRPr sz="3381"/>
            </a:lvl2pPr>
            <a:lvl3pPr>
              <a:defRPr sz="2898"/>
            </a:lvl3pPr>
            <a:lvl4pPr>
              <a:defRPr sz="2415"/>
            </a:lvl4pPr>
            <a:lvl5pPr>
              <a:defRPr sz="2415"/>
            </a:lvl5pPr>
            <a:lvl6pPr>
              <a:defRPr sz="2415"/>
            </a:lvl6pPr>
            <a:lvl7pPr>
              <a:defRPr sz="2415"/>
            </a:lvl7pPr>
            <a:lvl8pPr>
              <a:defRPr sz="2415"/>
            </a:lvl8pPr>
            <a:lvl9pPr>
              <a:defRPr sz="241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484120"/>
            <a:ext cx="3932237" cy="4602140"/>
          </a:xfrm>
        </p:spPr>
        <p:txBody>
          <a:bodyPr/>
          <a:lstStyle>
            <a:lvl1pPr marL="0" indent="0">
              <a:buNone/>
              <a:defRPr sz="1932"/>
            </a:lvl1pPr>
            <a:lvl2pPr marL="552022" indent="0">
              <a:buNone/>
              <a:defRPr sz="1690"/>
            </a:lvl2pPr>
            <a:lvl3pPr marL="1104044" indent="0">
              <a:buNone/>
              <a:defRPr sz="1449"/>
            </a:lvl3pPr>
            <a:lvl4pPr marL="1656067" indent="0">
              <a:buNone/>
              <a:defRPr sz="1207"/>
            </a:lvl4pPr>
            <a:lvl5pPr marL="2208088" indent="0">
              <a:buNone/>
              <a:defRPr sz="1207"/>
            </a:lvl5pPr>
            <a:lvl6pPr marL="2760110" indent="0">
              <a:buNone/>
              <a:defRPr sz="1207"/>
            </a:lvl6pPr>
            <a:lvl7pPr marL="3312133" indent="0">
              <a:buNone/>
              <a:defRPr sz="1207"/>
            </a:lvl7pPr>
            <a:lvl8pPr marL="3864154" indent="0">
              <a:buNone/>
              <a:defRPr sz="1207"/>
            </a:lvl8pPr>
            <a:lvl9pPr marL="4416177" indent="0">
              <a:buNone/>
              <a:defRPr sz="120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B4FAB-BF9E-489C-AE0E-F4FE448E7587}" type="datetimeFigureOut">
              <a:rPr lang="nb-NO" smtClean="0"/>
              <a:t>13.05.2022</a:t>
            </a:fld>
            <a:endParaRPr lang="nb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4E7A17-C0D5-4824-AF87-B4C1390AAE69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1252149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552027"/>
            <a:ext cx="3932237" cy="1932093"/>
          </a:xfrm>
        </p:spPr>
        <p:txBody>
          <a:bodyPr anchor="b"/>
          <a:lstStyle>
            <a:lvl1pPr>
              <a:defRPr sz="386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1192227"/>
            <a:ext cx="6172200" cy="5884451"/>
          </a:xfrm>
        </p:spPr>
        <p:txBody>
          <a:bodyPr anchor="t"/>
          <a:lstStyle>
            <a:lvl1pPr marL="0" indent="0">
              <a:buNone/>
              <a:defRPr sz="3864"/>
            </a:lvl1pPr>
            <a:lvl2pPr marL="552022" indent="0">
              <a:buNone/>
              <a:defRPr sz="3381"/>
            </a:lvl2pPr>
            <a:lvl3pPr marL="1104044" indent="0">
              <a:buNone/>
              <a:defRPr sz="2898"/>
            </a:lvl3pPr>
            <a:lvl4pPr marL="1656067" indent="0">
              <a:buNone/>
              <a:defRPr sz="2415"/>
            </a:lvl4pPr>
            <a:lvl5pPr marL="2208088" indent="0">
              <a:buNone/>
              <a:defRPr sz="2415"/>
            </a:lvl5pPr>
            <a:lvl6pPr marL="2760110" indent="0">
              <a:buNone/>
              <a:defRPr sz="2415"/>
            </a:lvl6pPr>
            <a:lvl7pPr marL="3312133" indent="0">
              <a:buNone/>
              <a:defRPr sz="2415"/>
            </a:lvl7pPr>
            <a:lvl8pPr marL="3864154" indent="0">
              <a:buNone/>
              <a:defRPr sz="2415"/>
            </a:lvl8pPr>
            <a:lvl9pPr marL="4416177" indent="0">
              <a:buNone/>
              <a:defRPr sz="241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484120"/>
            <a:ext cx="3932237" cy="4602140"/>
          </a:xfrm>
        </p:spPr>
        <p:txBody>
          <a:bodyPr/>
          <a:lstStyle>
            <a:lvl1pPr marL="0" indent="0">
              <a:buNone/>
              <a:defRPr sz="1932"/>
            </a:lvl1pPr>
            <a:lvl2pPr marL="552022" indent="0">
              <a:buNone/>
              <a:defRPr sz="1690"/>
            </a:lvl2pPr>
            <a:lvl3pPr marL="1104044" indent="0">
              <a:buNone/>
              <a:defRPr sz="1449"/>
            </a:lvl3pPr>
            <a:lvl4pPr marL="1656067" indent="0">
              <a:buNone/>
              <a:defRPr sz="1207"/>
            </a:lvl4pPr>
            <a:lvl5pPr marL="2208088" indent="0">
              <a:buNone/>
              <a:defRPr sz="1207"/>
            </a:lvl5pPr>
            <a:lvl6pPr marL="2760110" indent="0">
              <a:buNone/>
              <a:defRPr sz="1207"/>
            </a:lvl6pPr>
            <a:lvl7pPr marL="3312133" indent="0">
              <a:buNone/>
              <a:defRPr sz="1207"/>
            </a:lvl7pPr>
            <a:lvl8pPr marL="3864154" indent="0">
              <a:buNone/>
              <a:defRPr sz="1207"/>
            </a:lvl8pPr>
            <a:lvl9pPr marL="4416177" indent="0">
              <a:buNone/>
              <a:defRPr sz="120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B4FAB-BF9E-489C-AE0E-F4FE448E7587}" type="datetimeFigureOut">
              <a:rPr lang="nb-NO" smtClean="0"/>
              <a:t>13.05.2022</a:t>
            </a:fld>
            <a:endParaRPr lang="nb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4E7A17-C0D5-4824-AF87-B4C1390AAE69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161917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B4FAB-BF9E-489C-AE0E-F4FE448E7587}" type="datetimeFigureOut">
              <a:rPr lang="nb-NO" smtClean="0"/>
              <a:t>13.05.2022</a:t>
            </a:fld>
            <a:endParaRPr lang="nb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4E7A17-C0D5-4824-AF87-B4C1390AAE69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6897418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440855"/>
            <a:ext cx="2628900" cy="70172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440855"/>
            <a:ext cx="7734300" cy="70172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B4FAB-BF9E-489C-AE0E-F4FE448E7587}" type="datetimeFigureOut">
              <a:rPr lang="nb-NO" smtClean="0"/>
              <a:t>13.05.2022</a:t>
            </a:fld>
            <a:endParaRPr lang="nb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4E7A17-C0D5-4824-AF87-B4C1390AAE69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7189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440856"/>
            <a:ext cx="10515600" cy="1600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204274"/>
            <a:ext cx="10515600" cy="52538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7674707"/>
            <a:ext cx="2743200" cy="44085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4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DB4FAB-BF9E-489C-AE0E-F4FE448E7587}" type="datetimeFigureOut">
              <a:rPr lang="nb-NO" smtClean="0"/>
              <a:t>13.05.2022</a:t>
            </a:fld>
            <a:endParaRPr lang="nb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7674707"/>
            <a:ext cx="4114800" cy="44085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4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b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7674707"/>
            <a:ext cx="2743200" cy="44085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4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4E7A17-C0D5-4824-AF87-B4C1390AAE69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6838098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104044" rtl="0" eaLnBrk="1" latinLnBrk="0" hangingPunct="1">
        <a:lnSpc>
          <a:spcPct val="90000"/>
        </a:lnSpc>
        <a:spcBef>
          <a:spcPct val="0"/>
        </a:spcBef>
        <a:buNone/>
        <a:defRPr sz="531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6011" indent="-276011" algn="l" defTabSz="1104044" rtl="0" eaLnBrk="1" latinLnBrk="0" hangingPunct="1">
        <a:lnSpc>
          <a:spcPct val="90000"/>
        </a:lnSpc>
        <a:spcBef>
          <a:spcPts val="1207"/>
        </a:spcBef>
        <a:buFont typeface="Arial" panose="020B0604020202020204" pitchFamily="34" charset="0"/>
        <a:buChar char="•"/>
        <a:defRPr sz="3381" kern="1200">
          <a:solidFill>
            <a:schemeClr val="tx1"/>
          </a:solidFill>
          <a:latin typeface="+mn-lt"/>
          <a:ea typeface="+mn-ea"/>
          <a:cs typeface="+mn-cs"/>
        </a:defRPr>
      </a:lvl1pPr>
      <a:lvl2pPr marL="828033" indent="-276011" algn="l" defTabSz="1104044" rtl="0" eaLnBrk="1" latinLnBrk="0" hangingPunct="1">
        <a:lnSpc>
          <a:spcPct val="90000"/>
        </a:lnSpc>
        <a:spcBef>
          <a:spcPts val="604"/>
        </a:spcBef>
        <a:buFont typeface="Arial" panose="020B0604020202020204" pitchFamily="34" charset="0"/>
        <a:buChar char="•"/>
        <a:defRPr sz="2898" kern="1200">
          <a:solidFill>
            <a:schemeClr val="tx1"/>
          </a:solidFill>
          <a:latin typeface="+mn-lt"/>
          <a:ea typeface="+mn-ea"/>
          <a:cs typeface="+mn-cs"/>
        </a:defRPr>
      </a:lvl2pPr>
      <a:lvl3pPr marL="1380055" indent="-276011" algn="l" defTabSz="1104044" rtl="0" eaLnBrk="1" latinLnBrk="0" hangingPunct="1">
        <a:lnSpc>
          <a:spcPct val="90000"/>
        </a:lnSpc>
        <a:spcBef>
          <a:spcPts val="604"/>
        </a:spcBef>
        <a:buFont typeface="Arial" panose="020B0604020202020204" pitchFamily="34" charset="0"/>
        <a:buChar char="•"/>
        <a:defRPr sz="2415" kern="1200">
          <a:solidFill>
            <a:schemeClr val="tx1"/>
          </a:solidFill>
          <a:latin typeface="+mn-lt"/>
          <a:ea typeface="+mn-ea"/>
          <a:cs typeface="+mn-cs"/>
        </a:defRPr>
      </a:lvl3pPr>
      <a:lvl4pPr marL="1932077" indent="-276011" algn="l" defTabSz="1104044" rtl="0" eaLnBrk="1" latinLnBrk="0" hangingPunct="1">
        <a:lnSpc>
          <a:spcPct val="90000"/>
        </a:lnSpc>
        <a:spcBef>
          <a:spcPts val="604"/>
        </a:spcBef>
        <a:buFont typeface="Arial" panose="020B0604020202020204" pitchFamily="34" charset="0"/>
        <a:buChar char="•"/>
        <a:defRPr sz="2173" kern="1200">
          <a:solidFill>
            <a:schemeClr val="tx1"/>
          </a:solidFill>
          <a:latin typeface="+mn-lt"/>
          <a:ea typeface="+mn-ea"/>
          <a:cs typeface="+mn-cs"/>
        </a:defRPr>
      </a:lvl4pPr>
      <a:lvl5pPr marL="2484100" indent="-276011" algn="l" defTabSz="1104044" rtl="0" eaLnBrk="1" latinLnBrk="0" hangingPunct="1">
        <a:lnSpc>
          <a:spcPct val="90000"/>
        </a:lnSpc>
        <a:spcBef>
          <a:spcPts val="604"/>
        </a:spcBef>
        <a:buFont typeface="Arial" panose="020B0604020202020204" pitchFamily="34" charset="0"/>
        <a:buChar char="•"/>
        <a:defRPr sz="2173" kern="1200">
          <a:solidFill>
            <a:schemeClr val="tx1"/>
          </a:solidFill>
          <a:latin typeface="+mn-lt"/>
          <a:ea typeface="+mn-ea"/>
          <a:cs typeface="+mn-cs"/>
        </a:defRPr>
      </a:lvl5pPr>
      <a:lvl6pPr marL="3036121" indent="-276011" algn="l" defTabSz="1104044" rtl="0" eaLnBrk="1" latinLnBrk="0" hangingPunct="1">
        <a:lnSpc>
          <a:spcPct val="90000"/>
        </a:lnSpc>
        <a:spcBef>
          <a:spcPts val="604"/>
        </a:spcBef>
        <a:buFont typeface="Arial" panose="020B0604020202020204" pitchFamily="34" charset="0"/>
        <a:buChar char="•"/>
        <a:defRPr sz="2173" kern="1200">
          <a:solidFill>
            <a:schemeClr val="tx1"/>
          </a:solidFill>
          <a:latin typeface="+mn-lt"/>
          <a:ea typeface="+mn-ea"/>
          <a:cs typeface="+mn-cs"/>
        </a:defRPr>
      </a:lvl6pPr>
      <a:lvl7pPr marL="3588143" indent="-276011" algn="l" defTabSz="1104044" rtl="0" eaLnBrk="1" latinLnBrk="0" hangingPunct="1">
        <a:lnSpc>
          <a:spcPct val="90000"/>
        </a:lnSpc>
        <a:spcBef>
          <a:spcPts val="604"/>
        </a:spcBef>
        <a:buFont typeface="Arial" panose="020B0604020202020204" pitchFamily="34" charset="0"/>
        <a:buChar char="•"/>
        <a:defRPr sz="2173" kern="1200">
          <a:solidFill>
            <a:schemeClr val="tx1"/>
          </a:solidFill>
          <a:latin typeface="+mn-lt"/>
          <a:ea typeface="+mn-ea"/>
          <a:cs typeface="+mn-cs"/>
        </a:defRPr>
      </a:lvl7pPr>
      <a:lvl8pPr marL="4140166" indent="-276011" algn="l" defTabSz="1104044" rtl="0" eaLnBrk="1" latinLnBrk="0" hangingPunct="1">
        <a:lnSpc>
          <a:spcPct val="90000"/>
        </a:lnSpc>
        <a:spcBef>
          <a:spcPts val="604"/>
        </a:spcBef>
        <a:buFont typeface="Arial" panose="020B0604020202020204" pitchFamily="34" charset="0"/>
        <a:buChar char="•"/>
        <a:defRPr sz="2173" kern="1200">
          <a:solidFill>
            <a:schemeClr val="tx1"/>
          </a:solidFill>
          <a:latin typeface="+mn-lt"/>
          <a:ea typeface="+mn-ea"/>
          <a:cs typeface="+mn-cs"/>
        </a:defRPr>
      </a:lvl8pPr>
      <a:lvl9pPr marL="4692188" indent="-276011" algn="l" defTabSz="1104044" rtl="0" eaLnBrk="1" latinLnBrk="0" hangingPunct="1">
        <a:lnSpc>
          <a:spcPct val="90000"/>
        </a:lnSpc>
        <a:spcBef>
          <a:spcPts val="604"/>
        </a:spcBef>
        <a:buFont typeface="Arial" panose="020B0604020202020204" pitchFamily="34" charset="0"/>
        <a:buChar char="•"/>
        <a:defRPr sz="217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04044" rtl="0" eaLnBrk="1" latinLnBrk="0" hangingPunct="1">
        <a:defRPr sz="2173" kern="1200">
          <a:solidFill>
            <a:schemeClr val="tx1"/>
          </a:solidFill>
          <a:latin typeface="+mn-lt"/>
          <a:ea typeface="+mn-ea"/>
          <a:cs typeface="+mn-cs"/>
        </a:defRPr>
      </a:lvl1pPr>
      <a:lvl2pPr marL="552022" algn="l" defTabSz="1104044" rtl="0" eaLnBrk="1" latinLnBrk="0" hangingPunct="1">
        <a:defRPr sz="2173" kern="1200">
          <a:solidFill>
            <a:schemeClr val="tx1"/>
          </a:solidFill>
          <a:latin typeface="+mn-lt"/>
          <a:ea typeface="+mn-ea"/>
          <a:cs typeface="+mn-cs"/>
        </a:defRPr>
      </a:lvl2pPr>
      <a:lvl3pPr marL="1104044" algn="l" defTabSz="1104044" rtl="0" eaLnBrk="1" latinLnBrk="0" hangingPunct="1">
        <a:defRPr sz="2173" kern="1200">
          <a:solidFill>
            <a:schemeClr val="tx1"/>
          </a:solidFill>
          <a:latin typeface="+mn-lt"/>
          <a:ea typeface="+mn-ea"/>
          <a:cs typeface="+mn-cs"/>
        </a:defRPr>
      </a:lvl3pPr>
      <a:lvl4pPr marL="1656067" algn="l" defTabSz="1104044" rtl="0" eaLnBrk="1" latinLnBrk="0" hangingPunct="1">
        <a:defRPr sz="2173" kern="1200">
          <a:solidFill>
            <a:schemeClr val="tx1"/>
          </a:solidFill>
          <a:latin typeface="+mn-lt"/>
          <a:ea typeface="+mn-ea"/>
          <a:cs typeface="+mn-cs"/>
        </a:defRPr>
      </a:lvl4pPr>
      <a:lvl5pPr marL="2208088" algn="l" defTabSz="1104044" rtl="0" eaLnBrk="1" latinLnBrk="0" hangingPunct="1">
        <a:defRPr sz="2173" kern="1200">
          <a:solidFill>
            <a:schemeClr val="tx1"/>
          </a:solidFill>
          <a:latin typeface="+mn-lt"/>
          <a:ea typeface="+mn-ea"/>
          <a:cs typeface="+mn-cs"/>
        </a:defRPr>
      </a:lvl5pPr>
      <a:lvl6pPr marL="2760110" algn="l" defTabSz="1104044" rtl="0" eaLnBrk="1" latinLnBrk="0" hangingPunct="1">
        <a:defRPr sz="2173" kern="1200">
          <a:solidFill>
            <a:schemeClr val="tx1"/>
          </a:solidFill>
          <a:latin typeface="+mn-lt"/>
          <a:ea typeface="+mn-ea"/>
          <a:cs typeface="+mn-cs"/>
        </a:defRPr>
      </a:lvl6pPr>
      <a:lvl7pPr marL="3312133" algn="l" defTabSz="1104044" rtl="0" eaLnBrk="1" latinLnBrk="0" hangingPunct="1">
        <a:defRPr sz="2173" kern="1200">
          <a:solidFill>
            <a:schemeClr val="tx1"/>
          </a:solidFill>
          <a:latin typeface="+mn-lt"/>
          <a:ea typeface="+mn-ea"/>
          <a:cs typeface="+mn-cs"/>
        </a:defRPr>
      </a:lvl7pPr>
      <a:lvl8pPr marL="3864154" algn="l" defTabSz="1104044" rtl="0" eaLnBrk="1" latinLnBrk="0" hangingPunct="1">
        <a:defRPr sz="2173" kern="1200">
          <a:solidFill>
            <a:schemeClr val="tx1"/>
          </a:solidFill>
          <a:latin typeface="+mn-lt"/>
          <a:ea typeface="+mn-ea"/>
          <a:cs typeface="+mn-cs"/>
        </a:defRPr>
      </a:lvl8pPr>
      <a:lvl9pPr marL="4416177" algn="l" defTabSz="1104044" rtl="0" eaLnBrk="1" latinLnBrk="0" hangingPunct="1">
        <a:defRPr sz="217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0" name="Text Box 37">
            <a:extLst>
              <a:ext uri="{FF2B5EF4-FFF2-40B4-BE49-F238E27FC236}">
                <a16:creationId xmlns:a16="http://schemas.microsoft.com/office/drawing/2014/main" id="{3EF69E88-167B-4EC3-A300-A000A43240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23169" y="5787160"/>
            <a:ext cx="1914300" cy="276225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nb-NO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Pollutant -&gt; whole fish frozen</a:t>
            </a:r>
            <a:endParaRPr kumimoji="0" lang="en-US" altLang="nb-NO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82" name="Text Box 36">
            <a:extLst>
              <a:ext uri="{FF2B5EF4-FFF2-40B4-BE49-F238E27FC236}">
                <a16:creationId xmlns:a16="http://schemas.microsoft.com/office/drawing/2014/main" id="{429A2C2A-BF8B-460D-95F9-620C259618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52130" y="6421437"/>
            <a:ext cx="1915161" cy="238125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nb-NO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Parasites -&gt; whole fish frozen</a:t>
            </a:r>
            <a:endParaRPr kumimoji="0" lang="en-US" altLang="nb-NO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323A32FC-4F91-403C-ABEA-8D5E09C8364C}"/>
              </a:ext>
            </a:extLst>
          </p:cNvPr>
          <p:cNvGrpSpPr/>
          <p:nvPr/>
        </p:nvGrpSpPr>
        <p:grpSpPr>
          <a:xfrm>
            <a:off x="7079969" y="4263160"/>
            <a:ext cx="2800350" cy="3276600"/>
            <a:chOff x="0" y="0"/>
            <a:chExt cx="2800350" cy="3276600"/>
          </a:xfrm>
        </p:grpSpPr>
        <p:sp>
          <p:nvSpPr>
            <p:cNvPr id="94" name="Arrow: Down 93">
              <a:extLst>
                <a:ext uri="{FF2B5EF4-FFF2-40B4-BE49-F238E27FC236}">
                  <a16:creationId xmlns:a16="http://schemas.microsoft.com/office/drawing/2014/main" id="{A2620406-B7A0-4E57-905A-18B8A2211D86}"/>
                </a:ext>
              </a:extLst>
            </p:cNvPr>
            <p:cNvSpPr/>
            <p:nvPr/>
          </p:nvSpPr>
          <p:spPr>
            <a:xfrm>
              <a:off x="523875" y="371475"/>
              <a:ext cx="484505" cy="1044575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b-NO"/>
            </a:p>
          </p:txBody>
        </p:sp>
        <p:sp>
          <p:nvSpPr>
            <p:cNvPr id="95" name="Text Box 13">
              <a:extLst>
                <a:ext uri="{FF2B5EF4-FFF2-40B4-BE49-F238E27FC236}">
                  <a16:creationId xmlns:a16="http://schemas.microsoft.com/office/drawing/2014/main" id="{F87D082A-8D39-4C0C-9E75-A9317EA8D246}"/>
                </a:ext>
              </a:extLst>
            </p:cNvPr>
            <p:cNvSpPr txBox="1"/>
            <p:nvPr/>
          </p:nvSpPr>
          <p:spPr>
            <a:xfrm>
              <a:off x="952500" y="581025"/>
              <a:ext cx="400050" cy="304800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srgbClr val="FF0000"/>
              </a:solidFill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 b="1">
                  <a:solidFill>
                    <a:srgbClr val="FF0000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50</a:t>
              </a:r>
              <a:endParaRPr lang="nb-NO" sz="1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96" name="Text Box 14">
              <a:extLst>
                <a:ext uri="{FF2B5EF4-FFF2-40B4-BE49-F238E27FC236}">
                  <a16:creationId xmlns:a16="http://schemas.microsoft.com/office/drawing/2014/main" id="{758317D1-9D4F-43A4-A484-10BE10677200}"/>
                </a:ext>
              </a:extLst>
            </p:cNvPr>
            <p:cNvSpPr txBox="1"/>
            <p:nvPr/>
          </p:nvSpPr>
          <p:spPr>
            <a:xfrm>
              <a:off x="0" y="1524000"/>
              <a:ext cx="1524000" cy="276225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prstClr val="black"/>
              </a:solidFill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Sex, maturity, fat stage </a:t>
              </a:r>
              <a:endParaRPr lang="nb-NO" sz="1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97" name="Arrow: Down 96">
              <a:extLst>
                <a:ext uri="{FF2B5EF4-FFF2-40B4-BE49-F238E27FC236}">
                  <a16:creationId xmlns:a16="http://schemas.microsoft.com/office/drawing/2014/main" id="{7D936B96-3155-455A-8C1D-D685F0BE0635}"/>
                </a:ext>
              </a:extLst>
            </p:cNvPr>
            <p:cNvSpPr/>
            <p:nvPr/>
          </p:nvSpPr>
          <p:spPr>
            <a:xfrm>
              <a:off x="533400" y="1895475"/>
              <a:ext cx="484505" cy="103505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b-NO"/>
            </a:p>
          </p:txBody>
        </p:sp>
        <p:sp>
          <p:nvSpPr>
            <p:cNvPr id="98" name="Text Box 16">
              <a:extLst>
                <a:ext uri="{FF2B5EF4-FFF2-40B4-BE49-F238E27FC236}">
                  <a16:creationId xmlns:a16="http://schemas.microsoft.com/office/drawing/2014/main" id="{A2AE49D6-28BE-4353-80E9-525ADD56F6A6}"/>
                </a:ext>
              </a:extLst>
            </p:cNvPr>
            <p:cNvSpPr txBox="1"/>
            <p:nvPr/>
          </p:nvSpPr>
          <p:spPr>
            <a:xfrm>
              <a:off x="962025" y="2133600"/>
              <a:ext cx="400050" cy="304800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srgbClr val="FF0000"/>
              </a:solidFill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 b="1">
                  <a:solidFill>
                    <a:srgbClr val="FF0000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20</a:t>
              </a:r>
              <a:endParaRPr lang="nb-NO" sz="1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99" name="Text Box 17">
              <a:extLst>
                <a:ext uri="{FF2B5EF4-FFF2-40B4-BE49-F238E27FC236}">
                  <a16:creationId xmlns:a16="http://schemas.microsoft.com/office/drawing/2014/main" id="{515CC46F-81A0-4DEB-8C00-B2EFC4D80ED5}"/>
                </a:ext>
              </a:extLst>
            </p:cNvPr>
            <p:cNvSpPr txBox="1"/>
            <p:nvPr/>
          </p:nvSpPr>
          <p:spPr>
            <a:xfrm>
              <a:off x="104775" y="3000375"/>
              <a:ext cx="1352550" cy="276225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prstClr val="black"/>
              </a:solidFill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Otolith (the first 20)</a:t>
              </a:r>
              <a:endParaRPr lang="nb-NO" sz="1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00" name="Text Box 38">
              <a:extLst>
                <a:ext uri="{FF2B5EF4-FFF2-40B4-BE49-F238E27FC236}">
                  <a16:creationId xmlns:a16="http://schemas.microsoft.com/office/drawing/2014/main" id="{35F6A3DE-931E-4EBE-B274-440404436E8F}"/>
                </a:ext>
              </a:extLst>
            </p:cNvPr>
            <p:cNvSpPr txBox="1"/>
            <p:nvPr/>
          </p:nvSpPr>
          <p:spPr>
            <a:xfrm>
              <a:off x="2314575" y="552450"/>
              <a:ext cx="485775" cy="276225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srgbClr val="FF0000"/>
              </a:solidFill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 b="1">
                  <a:solidFill>
                    <a:srgbClr val="FF0000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3x10</a:t>
              </a:r>
              <a:r>
                <a:rPr lang="en-US" sz="110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 0</a:t>
              </a:r>
              <a:endParaRPr lang="nb-NO" sz="1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01" name="Arrow: Down 100">
              <a:extLst>
                <a:ext uri="{FF2B5EF4-FFF2-40B4-BE49-F238E27FC236}">
                  <a16:creationId xmlns:a16="http://schemas.microsoft.com/office/drawing/2014/main" id="{2F76009E-109C-4154-A954-619EC22C94D1}"/>
                </a:ext>
              </a:extLst>
            </p:cNvPr>
            <p:cNvSpPr/>
            <p:nvPr/>
          </p:nvSpPr>
          <p:spPr>
            <a:xfrm>
              <a:off x="1847850" y="352425"/>
              <a:ext cx="484505" cy="1063625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b-NO"/>
            </a:p>
          </p:txBody>
        </p:sp>
        <p:sp>
          <p:nvSpPr>
            <p:cNvPr id="102" name="Text Box 43">
              <a:extLst>
                <a:ext uri="{FF2B5EF4-FFF2-40B4-BE49-F238E27FC236}">
                  <a16:creationId xmlns:a16="http://schemas.microsoft.com/office/drawing/2014/main" id="{C8E3BA15-02FF-4211-96BE-4661C155C7E3}"/>
                </a:ext>
              </a:extLst>
            </p:cNvPr>
            <p:cNvSpPr txBox="1"/>
            <p:nvPr/>
          </p:nvSpPr>
          <p:spPr>
            <a:xfrm>
              <a:off x="495300" y="0"/>
              <a:ext cx="1800225" cy="285750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prstClr val="black"/>
              </a:solidFill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 b="1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ALL THREE (3) SPECIES</a:t>
              </a:r>
              <a:endParaRPr lang="nb-NO" sz="1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EC25E69C-F419-441D-805D-8444B61FF617}"/>
              </a:ext>
            </a:extLst>
          </p:cNvPr>
          <p:cNvGrpSpPr/>
          <p:nvPr/>
        </p:nvGrpSpPr>
        <p:grpSpPr>
          <a:xfrm>
            <a:off x="838940" y="1916112"/>
            <a:ext cx="10907012" cy="4448175"/>
            <a:chOff x="-94569" y="0"/>
            <a:chExt cx="10907012" cy="4448175"/>
          </a:xfrm>
        </p:grpSpPr>
        <p:sp>
          <p:nvSpPr>
            <p:cNvPr id="104" name="Text Box 3">
              <a:extLst>
                <a:ext uri="{FF2B5EF4-FFF2-40B4-BE49-F238E27FC236}">
                  <a16:creationId xmlns:a16="http://schemas.microsoft.com/office/drawing/2014/main" id="{B4517CAF-B410-422A-9BEB-E7241AC0657F}"/>
                </a:ext>
              </a:extLst>
            </p:cNvPr>
            <p:cNvSpPr txBox="1"/>
            <p:nvPr/>
          </p:nvSpPr>
          <p:spPr>
            <a:xfrm>
              <a:off x="4533900" y="1666875"/>
              <a:ext cx="2000250" cy="304800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prstClr val="black"/>
              </a:solidFill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 i="1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Engraulis encasicolus</a:t>
              </a:r>
              <a:r>
                <a:rPr lang="en-US" sz="110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 (anchovy)</a:t>
              </a:r>
              <a:endParaRPr lang="nb-NO" sz="1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05" name="Text Box 18">
              <a:extLst>
                <a:ext uri="{FF2B5EF4-FFF2-40B4-BE49-F238E27FC236}">
                  <a16:creationId xmlns:a16="http://schemas.microsoft.com/office/drawing/2014/main" id="{9FA8AAFA-5074-4E9B-ADCC-C465A510AB1F}"/>
                </a:ext>
              </a:extLst>
            </p:cNvPr>
            <p:cNvSpPr txBox="1"/>
            <p:nvPr/>
          </p:nvSpPr>
          <p:spPr>
            <a:xfrm>
              <a:off x="4514850" y="1257300"/>
              <a:ext cx="2981325" cy="285750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prstClr val="black"/>
              </a:solidFill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 i="1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Etrumeus whiteheadi</a:t>
              </a:r>
              <a:r>
                <a:rPr lang="en-US" sz="110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 (West coast round herring)</a:t>
              </a:r>
              <a:endParaRPr lang="nb-NO" sz="1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06" name="Text Box 19">
              <a:extLst>
                <a:ext uri="{FF2B5EF4-FFF2-40B4-BE49-F238E27FC236}">
                  <a16:creationId xmlns:a16="http://schemas.microsoft.com/office/drawing/2014/main" id="{382EB243-FA78-40CF-8BBA-14203F7C6AE4}"/>
                </a:ext>
              </a:extLst>
            </p:cNvPr>
            <p:cNvSpPr txBox="1"/>
            <p:nvPr/>
          </p:nvSpPr>
          <p:spPr>
            <a:xfrm>
              <a:off x="4533900" y="2076450"/>
              <a:ext cx="1666875" cy="276225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prstClr val="black"/>
              </a:solidFill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 i="1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Sardinops sagax</a:t>
              </a:r>
              <a:r>
                <a:rPr lang="en-US" sz="110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 (sardine)</a:t>
              </a:r>
              <a:endParaRPr lang="nb-NO" sz="1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07" name="Text Box 21">
              <a:extLst>
                <a:ext uri="{FF2B5EF4-FFF2-40B4-BE49-F238E27FC236}">
                  <a16:creationId xmlns:a16="http://schemas.microsoft.com/office/drawing/2014/main" id="{92F41E31-00F9-4FF1-8672-D5A5FDEA42EC}"/>
                </a:ext>
              </a:extLst>
            </p:cNvPr>
            <p:cNvSpPr txBox="1"/>
            <p:nvPr/>
          </p:nvSpPr>
          <p:spPr>
            <a:xfrm>
              <a:off x="1562100" y="2095500"/>
              <a:ext cx="2847975" cy="600075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prstClr val="black"/>
              </a:solidFill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 i="1" dirty="0" err="1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Lampanyctodes</a:t>
              </a:r>
              <a:r>
                <a:rPr lang="en-US" sz="1100" i="1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 </a:t>
              </a:r>
              <a:r>
                <a:rPr lang="en-US" sz="1100" i="1" dirty="0" err="1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hectoris</a:t>
              </a:r>
              <a:r>
                <a:rPr lang="en-US" sz="1100" i="1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 </a:t>
              </a:r>
              <a:r>
                <a:rPr lang="en-US" sz="1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(Hector’s lanternfish)</a:t>
              </a:r>
              <a:endParaRPr lang="nb-NO" sz="1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 i="1" dirty="0" err="1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Maurolicus</a:t>
              </a:r>
              <a:r>
                <a:rPr lang="en-US" sz="1100" i="1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 </a:t>
              </a:r>
              <a:r>
                <a:rPr lang="en-US" sz="1100" i="1" dirty="0" err="1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walvisensis</a:t>
              </a:r>
              <a:r>
                <a:rPr lang="en-US" sz="1100" i="1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 </a:t>
              </a:r>
              <a:r>
                <a:rPr lang="en-US" sz="1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(</a:t>
              </a:r>
              <a:r>
                <a:rPr lang="en-US" sz="1100" dirty="0" err="1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lightfish</a:t>
              </a:r>
              <a:r>
                <a:rPr lang="en-US" sz="1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)</a:t>
              </a:r>
              <a:endParaRPr lang="nb-NO" sz="1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 </a:t>
              </a:r>
              <a:endParaRPr lang="nb-NO" sz="1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 </a:t>
              </a:r>
              <a:endParaRPr lang="nb-NO" sz="1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08" name="Text Box 22">
              <a:extLst>
                <a:ext uri="{FF2B5EF4-FFF2-40B4-BE49-F238E27FC236}">
                  <a16:creationId xmlns:a16="http://schemas.microsoft.com/office/drawing/2014/main" id="{7A181FB2-4C15-4900-85BD-D36E5816F5FE}"/>
                </a:ext>
              </a:extLst>
            </p:cNvPr>
            <p:cNvSpPr txBox="1"/>
            <p:nvPr/>
          </p:nvSpPr>
          <p:spPr>
            <a:xfrm>
              <a:off x="2152650" y="1704975"/>
              <a:ext cx="2238375" cy="285750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prstClr val="black"/>
              </a:solidFill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 i="1" dirty="0" err="1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Scomber</a:t>
              </a:r>
              <a:r>
                <a:rPr lang="en-US" sz="1100" i="1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 japonicus </a:t>
              </a:r>
              <a:r>
                <a:rPr lang="en-US" sz="1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(chub mackerel)</a:t>
              </a:r>
              <a:endParaRPr lang="nb-NO" sz="1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 </a:t>
              </a:r>
              <a:endParaRPr lang="nb-NO" sz="1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09" name="Text Box 23">
              <a:extLst>
                <a:ext uri="{FF2B5EF4-FFF2-40B4-BE49-F238E27FC236}">
                  <a16:creationId xmlns:a16="http://schemas.microsoft.com/office/drawing/2014/main" id="{BA8CD84E-7D52-4B23-93B4-4FCC743A1267}"/>
                </a:ext>
              </a:extLst>
            </p:cNvPr>
            <p:cNvSpPr txBox="1"/>
            <p:nvPr/>
          </p:nvSpPr>
          <p:spPr>
            <a:xfrm>
              <a:off x="2085975" y="1257300"/>
              <a:ext cx="2295525" cy="285750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prstClr val="black"/>
              </a:solidFill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 i="1" dirty="0" err="1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Trachurus</a:t>
              </a:r>
              <a:r>
                <a:rPr lang="en-US" sz="1100" i="1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 capensis </a:t>
              </a:r>
              <a:r>
                <a:rPr lang="en-US" sz="1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(horse mackerel)</a:t>
              </a:r>
              <a:endParaRPr lang="nb-NO" sz="1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 </a:t>
              </a:r>
              <a:endParaRPr lang="nb-NO" sz="1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10" name="Arrow: Down 109">
              <a:extLst>
                <a:ext uri="{FF2B5EF4-FFF2-40B4-BE49-F238E27FC236}">
                  <a16:creationId xmlns:a16="http://schemas.microsoft.com/office/drawing/2014/main" id="{26727342-EEAE-44D7-9AA7-A3DA3B1A302D}"/>
                </a:ext>
              </a:extLst>
            </p:cNvPr>
            <p:cNvSpPr/>
            <p:nvPr/>
          </p:nvSpPr>
          <p:spPr>
            <a:xfrm>
              <a:off x="2790825" y="2790825"/>
              <a:ext cx="484505" cy="103505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b-NO"/>
            </a:p>
          </p:txBody>
        </p:sp>
        <p:sp>
          <p:nvSpPr>
            <p:cNvPr id="111" name="Text Box 45">
              <a:extLst>
                <a:ext uri="{FF2B5EF4-FFF2-40B4-BE49-F238E27FC236}">
                  <a16:creationId xmlns:a16="http://schemas.microsoft.com/office/drawing/2014/main" id="{15764C6B-E5BE-4463-B5DD-C8C70FC23454}"/>
                </a:ext>
              </a:extLst>
            </p:cNvPr>
            <p:cNvSpPr txBox="1"/>
            <p:nvPr/>
          </p:nvSpPr>
          <p:spPr>
            <a:xfrm>
              <a:off x="2186801" y="3896489"/>
              <a:ext cx="1758930" cy="304800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prstClr val="black"/>
              </a:solidFill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Biology -&gt; whole fish frozen</a:t>
              </a:r>
              <a:endParaRPr lang="nb-NO" sz="1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12" name="Text Box 26">
              <a:extLst>
                <a:ext uri="{FF2B5EF4-FFF2-40B4-BE49-F238E27FC236}">
                  <a16:creationId xmlns:a16="http://schemas.microsoft.com/office/drawing/2014/main" id="{676252A6-5B3F-405F-85D8-D45AE81DF81B}"/>
                </a:ext>
              </a:extLst>
            </p:cNvPr>
            <p:cNvSpPr txBox="1"/>
            <p:nvPr/>
          </p:nvSpPr>
          <p:spPr>
            <a:xfrm>
              <a:off x="3238500" y="3028950"/>
              <a:ext cx="533400" cy="304800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srgbClr val="FF0000"/>
              </a:solidFill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 b="1">
                  <a:solidFill>
                    <a:srgbClr val="FF0000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25-50</a:t>
              </a:r>
              <a:endParaRPr lang="nb-NO" sz="1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13" name="Text Box 41">
              <a:extLst>
                <a:ext uri="{FF2B5EF4-FFF2-40B4-BE49-F238E27FC236}">
                  <a16:creationId xmlns:a16="http://schemas.microsoft.com/office/drawing/2014/main" id="{27EF3474-58EE-4B2C-9B2E-12F9C0CFB77F}"/>
                </a:ext>
              </a:extLst>
            </p:cNvPr>
            <p:cNvSpPr txBox="1"/>
            <p:nvPr/>
          </p:nvSpPr>
          <p:spPr>
            <a:xfrm>
              <a:off x="-94569" y="3037610"/>
              <a:ext cx="1892640" cy="314326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prstClr val="black"/>
              </a:solidFill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meristic -&gt; whole fish frozen</a:t>
              </a:r>
              <a:endParaRPr lang="nb-NO" sz="1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14" name="Arrow: Bent-Up 113">
              <a:extLst>
                <a:ext uri="{FF2B5EF4-FFF2-40B4-BE49-F238E27FC236}">
                  <a16:creationId xmlns:a16="http://schemas.microsoft.com/office/drawing/2014/main" id="{4C5F2892-72CC-4C10-8404-E1E13C6C35CC}"/>
                </a:ext>
              </a:extLst>
            </p:cNvPr>
            <p:cNvSpPr/>
            <p:nvPr/>
          </p:nvSpPr>
          <p:spPr>
            <a:xfrm rot="10800000">
              <a:off x="428625" y="1695450"/>
              <a:ext cx="1647825" cy="1266825"/>
            </a:xfrm>
            <a:prstGeom prst="bentUp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b-NO"/>
            </a:p>
          </p:txBody>
        </p:sp>
        <p:sp>
          <p:nvSpPr>
            <p:cNvPr id="115" name="Text Box 28">
              <a:extLst>
                <a:ext uri="{FF2B5EF4-FFF2-40B4-BE49-F238E27FC236}">
                  <a16:creationId xmlns:a16="http://schemas.microsoft.com/office/drawing/2014/main" id="{8D2CC807-8EC3-4559-A5A1-6AEA6CD214EB}"/>
                </a:ext>
              </a:extLst>
            </p:cNvPr>
            <p:cNvSpPr txBox="1"/>
            <p:nvPr/>
          </p:nvSpPr>
          <p:spPr>
            <a:xfrm>
              <a:off x="123825" y="2028825"/>
              <a:ext cx="400050" cy="304800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srgbClr val="FF0000"/>
              </a:solidFill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 b="1">
                  <a:solidFill>
                    <a:srgbClr val="FF0000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25</a:t>
              </a:r>
              <a:endParaRPr lang="nb-NO" sz="1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16" name="Text Box 33">
              <a:extLst>
                <a:ext uri="{FF2B5EF4-FFF2-40B4-BE49-F238E27FC236}">
                  <a16:creationId xmlns:a16="http://schemas.microsoft.com/office/drawing/2014/main" id="{E7986E43-468E-4F6A-9E80-185C4DC603E1}"/>
                </a:ext>
              </a:extLst>
            </p:cNvPr>
            <p:cNvSpPr txBox="1"/>
            <p:nvPr/>
          </p:nvSpPr>
          <p:spPr>
            <a:xfrm>
              <a:off x="8725925" y="1310162"/>
              <a:ext cx="2086518" cy="276225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prstClr val="black"/>
              </a:solidFill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Micro-plastic -&gt; whole fish frozen</a:t>
              </a:r>
              <a:endParaRPr lang="nb-NO" sz="1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17" name="Arrow: Down 116">
              <a:extLst>
                <a:ext uri="{FF2B5EF4-FFF2-40B4-BE49-F238E27FC236}">
                  <a16:creationId xmlns:a16="http://schemas.microsoft.com/office/drawing/2014/main" id="{D2E1329A-CE21-467C-9E64-022227C1218C}"/>
                </a:ext>
              </a:extLst>
            </p:cNvPr>
            <p:cNvSpPr/>
            <p:nvPr/>
          </p:nvSpPr>
          <p:spPr>
            <a:xfrm rot="16200000">
              <a:off x="7895908" y="961707"/>
              <a:ext cx="484505" cy="973137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b-NO"/>
            </a:p>
          </p:txBody>
        </p:sp>
        <p:sp>
          <p:nvSpPr>
            <p:cNvPr id="118" name="Text Box 35">
              <a:extLst>
                <a:ext uri="{FF2B5EF4-FFF2-40B4-BE49-F238E27FC236}">
                  <a16:creationId xmlns:a16="http://schemas.microsoft.com/office/drawing/2014/main" id="{290C5CE3-DE5D-4BEF-AA67-7EABFE1A168F}"/>
                </a:ext>
              </a:extLst>
            </p:cNvPr>
            <p:cNvSpPr txBox="1"/>
            <p:nvPr/>
          </p:nvSpPr>
          <p:spPr>
            <a:xfrm>
              <a:off x="7829550" y="981075"/>
              <a:ext cx="400050" cy="304800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srgbClr val="FF0000"/>
              </a:solidFill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 b="1">
                  <a:solidFill>
                    <a:srgbClr val="FF0000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50</a:t>
              </a:r>
              <a:endParaRPr lang="nb-NO" sz="1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19" name="Arrow: Down 118">
              <a:extLst>
                <a:ext uri="{FF2B5EF4-FFF2-40B4-BE49-F238E27FC236}">
                  <a16:creationId xmlns:a16="http://schemas.microsoft.com/office/drawing/2014/main" id="{DA083ADE-056C-4797-92BD-9FA21AA944A2}"/>
                </a:ext>
              </a:extLst>
            </p:cNvPr>
            <p:cNvSpPr/>
            <p:nvPr/>
          </p:nvSpPr>
          <p:spPr>
            <a:xfrm>
              <a:off x="4933950" y="2409825"/>
              <a:ext cx="484505" cy="203835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b-NO"/>
            </a:p>
          </p:txBody>
        </p:sp>
        <p:sp>
          <p:nvSpPr>
            <p:cNvPr id="120" name="Text Box 42">
              <a:extLst>
                <a:ext uri="{FF2B5EF4-FFF2-40B4-BE49-F238E27FC236}">
                  <a16:creationId xmlns:a16="http://schemas.microsoft.com/office/drawing/2014/main" id="{DFFD40B6-FE99-4B9E-BBD2-C1186E299B81}"/>
                </a:ext>
              </a:extLst>
            </p:cNvPr>
            <p:cNvSpPr txBox="1"/>
            <p:nvPr/>
          </p:nvSpPr>
          <p:spPr>
            <a:xfrm>
              <a:off x="5372100" y="2943225"/>
              <a:ext cx="400050" cy="304800"/>
            </a:xfrm>
            <a:prstGeom prst="rect">
              <a:avLst/>
            </a:prstGeom>
            <a:solidFill>
              <a:schemeClr val="lt1"/>
            </a:solidFill>
            <a:ln w="12700">
              <a:solidFill>
                <a:srgbClr val="FF0000"/>
              </a:solidFill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</a:pPr>
              <a:r>
                <a:rPr lang="en-US" sz="1100" b="1">
                  <a:solidFill>
                    <a:srgbClr val="FF0000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50</a:t>
              </a:r>
              <a:endParaRPr lang="nb-NO" sz="1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21" name="Group 120">
              <a:extLst>
                <a:ext uri="{FF2B5EF4-FFF2-40B4-BE49-F238E27FC236}">
                  <a16:creationId xmlns:a16="http://schemas.microsoft.com/office/drawing/2014/main" id="{E81BECD4-1A7E-4BF4-BB43-06B52B85B517}"/>
                </a:ext>
              </a:extLst>
            </p:cNvPr>
            <p:cNvGrpSpPr/>
            <p:nvPr/>
          </p:nvGrpSpPr>
          <p:grpSpPr>
            <a:xfrm>
              <a:off x="638175" y="0"/>
              <a:ext cx="7991475" cy="1181259"/>
              <a:chOff x="0" y="0"/>
              <a:chExt cx="7991475" cy="1181259"/>
            </a:xfrm>
          </p:grpSpPr>
          <p:sp>
            <p:nvSpPr>
              <p:cNvPr id="122" name="Text Box 1">
                <a:extLst>
                  <a:ext uri="{FF2B5EF4-FFF2-40B4-BE49-F238E27FC236}">
                    <a16:creationId xmlns:a16="http://schemas.microsoft.com/office/drawing/2014/main" id="{2684513D-0F4A-44F2-9486-3EBC8E7EEB61}"/>
                  </a:ext>
                </a:extLst>
              </p:cNvPr>
              <p:cNvSpPr txBox="1"/>
              <p:nvPr/>
            </p:nvSpPr>
            <p:spPr>
              <a:xfrm>
                <a:off x="2752725" y="190500"/>
                <a:ext cx="2438400" cy="609600"/>
              </a:xfrm>
              <a:prstGeom prst="rect">
                <a:avLst/>
              </a:prstGeom>
              <a:solidFill>
                <a:schemeClr val="lt1"/>
              </a:solidFill>
              <a:ln w="12700">
                <a:solidFill>
                  <a:schemeClr val="tx1"/>
                </a:solidFill>
              </a:ln>
            </p:spPr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US" sz="1100" b="1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Catch sorted by species. Identification.</a:t>
                </a:r>
                <a:endParaRPr lang="nb-NO" sz="110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algn="ctr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US" sz="1100" b="1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Total catch weight</a:t>
                </a:r>
                <a:endParaRPr lang="nb-NO" sz="110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US" sz="110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 </a:t>
                </a:r>
                <a:endParaRPr lang="nb-NO" sz="110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23" name="Arrow: Bent 122">
                <a:extLst>
                  <a:ext uri="{FF2B5EF4-FFF2-40B4-BE49-F238E27FC236}">
                    <a16:creationId xmlns:a16="http://schemas.microsoft.com/office/drawing/2014/main" id="{F1C34568-58F9-4D4D-B22C-D0406EBBF467}"/>
                  </a:ext>
                </a:extLst>
              </p:cNvPr>
              <p:cNvSpPr/>
              <p:nvPr/>
            </p:nvSpPr>
            <p:spPr>
              <a:xfrm rot="5400000">
                <a:off x="5459730" y="211455"/>
                <a:ext cx="813435" cy="1126173"/>
              </a:xfrm>
              <a:prstGeom prst="bent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nb-NO"/>
              </a:p>
            </p:txBody>
          </p:sp>
          <p:sp>
            <p:nvSpPr>
              <p:cNvPr id="124" name="Arrow: Bent-Up 123">
                <a:extLst>
                  <a:ext uri="{FF2B5EF4-FFF2-40B4-BE49-F238E27FC236}">
                    <a16:creationId xmlns:a16="http://schemas.microsoft.com/office/drawing/2014/main" id="{E1FBA374-D7B9-45CD-8F3D-D2731EC84A3B}"/>
                  </a:ext>
                </a:extLst>
              </p:cNvPr>
              <p:cNvSpPr/>
              <p:nvPr/>
            </p:nvSpPr>
            <p:spPr>
              <a:xfrm rot="10800000">
                <a:off x="1628775" y="333375"/>
                <a:ext cx="1047750" cy="731520"/>
              </a:xfrm>
              <a:prstGeom prst="bentUp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nb-NO"/>
              </a:p>
            </p:txBody>
          </p:sp>
          <p:sp>
            <p:nvSpPr>
              <p:cNvPr id="125" name="Text Box 5">
                <a:extLst>
                  <a:ext uri="{FF2B5EF4-FFF2-40B4-BE49-F238E27FC236}">
                    <a16:creationId xmlns:a16="http://schemas.microsoft.com/office/drawing/2014/main" id="{09F8C3F0-55D1-4036-88C3-85ADDB38CAFE}"/>
                  </a:ext>
                </a:extLst>
              </p:cNvPr>
              <p:cNvSpPr txBox="1"/>
              <p:nvPr/>
            </p:nvSpPr>
            <p:spPr>
              <a:xfrm>
                <a:off x="5381625" y="57150"/>
                <a:ext cx="695325" cy="238125"/>
              </a:xfrm>
              <a:prstGeom prst="rect">
                <a:avLst/>
              </a:prstGeom>
              <a:solidFill>
                <a:schemeClr val="lt1"/>
              </a:solidFill>
              <a:ln w="12700">
                <a:solidFill>
                  <a:srgbClr val="FF0000"/>
                </a:solidFill>
              </a:ln>
            </p:spPr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US" sz="1100" b="1">
                    <a:solidFill>
                      <a:srgbClr val="FF0000"/>
                    </a:solidFill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CL &amp; TW</a:t>
                </a:r>
                <a:endParaRPr lang="nb-NO" sz="110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26" name="Text Box 8">
                <a:extLst>
                  <a:ext uri="{FF2B5EF4-FFF2-40B4-BE49-F238E27FC236}">
                    <a16:creationId xmlns:a16="http://schemas.microsoft.com/office/drawing/2014/main" id="{769AAB2F-FED7-40CE-82BE-880A9E7F1F3F}"/>
                  </a:ext>
                </a:extLst>
              </p:cNvPr>
              <p:cNvSpPr txBox="1"/>
              <p:nvPr/>
            </p:nvSpPr>
            <p:spPr>
              <a:xfrm>
                <a:off x="6391275" y="352425"/>
                <a:ext cx="419100" cy="238125"/>
              </a:xfrm>
              <a:prstGeom prst="rect">
                <a:avLst/>
              </a:prstGeom>
              <a:solidFill>
                <a:schemeClr val="lt1"/>
              </a:solidFill>
              <a:ln w="12700">
                <a:solidFill>
                  <a:srgbClr val="FF0000"/>
                </a:solidFill>
              </a:ln>
            </p:spPr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US" sz="1100" b="1">
                    <a:solidFill>
                      <a:srgbClr val="FF0000"/>
                    </a:solidFill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100</a:t>
                </a:r>
                <a:endParaRPr lang="nb-NO" sz="110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27" name="Text Box 9">
                <a:extLst>
                  <a:ext uri="{FF2B5EF4-FFF2-40B4-BE49-F238E27FC236}">
                    <a16:creationId xmlns:a16="http://schemas.microsoft.com/office/drawing/2014/main" id="{251AB9E8-3076-4739-88B8-188E340C2749}"/>
                  </a:ext>
                </a:extLst>
              </p:cNvPr>
              <p:cNvSpPr txBox="1"/>
              <p:nvPr/>
            </p:nvSpPr>
            <p:spPr>
              <a:xfrm>
                <a:off x="1924050" y="38100"/>
                <a:ext cx="695325" cy="238125"/>
              </a:xfrm>
              <a:prstGeom prst="rect">
                <a:avLst/>
              </a:prstGeom>
              <a:solidFill>
                <a:schemeClr val="lt1"/>
              </a:solidFill>
              <a:ln w="12700">
                <a:solidFill>
                  <a:srgbClr val="FF0000"/>
                </a:solidFill>
              </a:ln>
            </p:spPr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US" sz="1100" b="1">
                    <a:solidFill>
                      <a:srgbClr val="FF0000"/>
                    </a:solidFill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TL &amp; TW</a:t>
                </a:r>
                <a:endParaRPr lang="nb-NO" sz="110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28" name="Text Box 10">
                <a:extLst>
                  <a:ext uri="{FF2B5EF4-FFF2-40B4-BE49-F238E27FC236}">
                    <a16:creationId xmlns:a16="http://schemas.microsoft.com/office/drawing/2014/main" id="{CF11A649-2EF1-4217-8827-E119D2401B97}"/>
                  </a:ext>
                </a:extLst>
              </p:cNvPr>
              <p:cNvSpPr txBox="1"/>
              <p:nvPr/>
            </p:nvSpPr>
            <p:spPr>
              <a:xfrm>
                <a:off x="1219200" y="323850"/>
                <a:ext cx="419100" cy="238125"/>
              </a:xfrm>
              <a:prstGeom prst="rect">
                <a:avLst/>
              </a:prstGeom>
              <a:solidFill>
                <a:schemeClr val="lt1"/>
              </a:solidFill>
              <a:ln w="12700">
                <a:solidFill>
                  <a:srgbClr val="FF0000"/>
                </a:solidFill>
              </a:ln>
            </p:spPr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US" sz="1100" b="1">
                    <a:solidFill>
                      <a:srgbClr val="FF0000"/>
                    </a:solidFill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100</a:t>
                </a:r>
                <a:endParaRPr lang="nb-NO" sz="110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29" name="Text Box 44">
                <a:extLst>
                  <a:ext uri="{FF2B5EF4-FFF2-40B4-BE49-F238E27FC236}">
                    <a16:creationId xmlns:a16="http://schemas.microsoft.com/office/drawing/2014/main" id="{D84C805D-0D80-4630-B1F2-54D93E08B78B}"/>
                  </a:ext>
                </a:extLst>
              </p:cNvPr>
              <p:cNvSpPr txBox="1"/>
              <p:nvPr/>
            </p:nvSpPr>
            <p:spPr>
              <a:xfrm>
                <a:off x="6191250" y="9525"/>
                <a:ext cx="1800225" cy="285750"/>
              </a:xfrm>
              <a:prstGeom prst="rect">
                <a:avLst/>
              </a:prstGeom>
              <a:solidFill>
                <a:schemeClr val="lt1"/>
              </a:solidFill>
              <a:ln w="12700">
                <a:solidFill>
                  <a:prstClr val="black"/>
                </a:solidFill>
              </a:ln>
            </p:spPr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US" sz="1100" b="1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ALL THREE (3) SPECIES</a:t>
                </a:r>
                <a:endParaRPr lang="nb-NO" sz="110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" name="Text Box 46">
                <a:extLst>
                  <a:ext uri="{FF2B5EF4-FFF2-40B4-BE49-F238E27FC236}">
                    <a16:creationId xmlns:a16="http://schemas.microsoft.com/office/drawing/2014/main" id="{F56C8239-0A8C-437E-A55D-A36DB3EA15CE}"/>
                  </a:ext>
                </a:extLst>
              </p:cNvPr>
              <p:cNvSpPr txBox="1"/>
              <p:nvPr/>
            </p:nvSpPr>
            <p:spPr>
              <a:xfrm>
                <a:off x="0" y="0"/>
                <a:ext cx="1800225" cy="285750"/>
              </a:xfrm>
              <a:prstGeom prst="rect">
                <a:avLst/>
              </a:prstGeom>
              <a:solidFill>
                <a:schemeClr val="lt1"/>
              </a:solidFill>
              <a:ln w="12700">
                <a:solidFill>
                  <a:prstClr val="black"/>
                </a:solidFill>
              </a:ln>
            </p:spPr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US" sz="1100" b="1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ALL FOUR (4) SPECIES</a:t>
                </a:r>
                <a:endParaRPr lang="nb-NO" sz="110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p:grpSp>
      </p:grpSp>
      <p:sp>
        <p:nvSpPr>
          <p:cNvPr id="2083" name="Rectangle 184">
            <a:extLst>
              <a:ext uri="{FF2B5EF4-FFF2-40B4-BE49-F238E27FC236}">
                <a16:creationId xmlns:a16="http://schemas.microsoft.com/office/drawing/2014/main" id="{BFE1B885-3079-40F2-A2B3-321D3FA180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nb-NO"/>
          </a:p>
        </p:txBody>
      </p:sp>
      <p:sp>
        <p:nvSpPr>
          <p:cNvPr id="2085" name="TextBox 2084">
            <a:extLst>
              <a:ext uri="{FF2B5EF4-FFF2-40B4-BE49-F238E27FC236}">
                <a16:creationId xmlns:a16="http://schemas.microsoft.com/office/drawing/2014/main" id="{995E24DB-DDE6-48C2-9FEC-3743407E02E8}"/>
              </a:ext>
            </a:extLst>
          </p:cNvPr>
          <p:cNvSpPr txBox="1"/>
          <p:nvPr/>
        </p:nvSpPr>
        <p:spPr>
          <a:xfrm>
            <a:off x="1689904" y="694481"/>
            <a:ext cx="83800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dirty="0"/>
              <a:t>Catch sampling </a:t>
            </a:r>
            <a:r>
              <a:rPr lang="nb-NO" dirty="0" err="1"/>
              <a:t>workflow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4918564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</TotalTime>
  <Words>130</Words>
  <Application>Microsoft Office PowerPoint</Application>
  <PresentationFormat>Custom</PresentationFormat>
  <Paragraphs>36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Nilsen, Marius</dc:creator>
  <cp:lastModifiedBy>Nilsen, Marius</cp:lastModifiedBy>
  <cp:revision>2</cp:revision>
  <dcterms:created xsi:type="dcterms:W3CDTF">2022-05-13T11:21:33Z</dcterms:created>
  <dcterms:modified xsi:type="dcterms:W3CDTF">2022-05-13T11:52:46Z</dcterms:modified>
</cp:coreProperties>
</file>